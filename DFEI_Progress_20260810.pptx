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none" lIns="822960" tIns="1463040">
            <a:spAutoFit/>
          </a:bodyPr>
          <a:lstStyle/>
          <a:p>
            <a:r>
              <a:t/>
            </a:r>
            <a:r>
              <a:rPr sz="4400" b="1">
                <a:solidFill>
                  <a:srgbClr val="1F3864"/>
                </a:solidFill>
              </a:rPr>
              <a:t>Deep Full Event Interpretation (DFEI)</a:t>
            </a:r>
          </a:p>
          <a:p>
            <a:r>
              <a:rPr sz="2200">
                <a:solidFill>
                  <a:srgbClr val="2E74B5"/>
                </a:solidFill>
              </a:rPr>
              <a:t>Beauty-Hadron Reconstruction with Heterogeneous Graph Neural Networks</a:t>
            </a:r>
          </a:p>
          <a:p>
            <a:pPr>
              <a:spcBef>
                <a:spcPts val="2400"/>
              </a:spcBef>
            </a:pPr>
            <a:r>
              <a:rPr sz="2000">
                <a:solidFill>
                  <a:srgbClr val="404040"/>
                </a:solidFill>
              </a:rPr>
              <a:t>Progress Report &amp; Optimization Plan</a:t>
            </a:r>
          </a:p>
          <a:p>
            <a:pPr>
              <a:spcBef>
                <a:spcPts val="4000"/>
              </a:spcBef>
            </a:pPr>
            <a:r>
              <a:rPr sz="1600">
                <a:solidFill>
                  <a:srgbClr val="404040"/>
                </a:solidFill>
              </a:rPr>
              <a:t>Qingxiang Guo  ·  Lanzhou University  ·  2026-08-10</a:t>
            </a:r>
          </a:p>
          <a:p>
            <a:r>
              <a:rPr sz="1300">
                <a:solidFill>
                  <a:srgbClr val="F2F2F2"/>
                </a:solidFill>
              </a:rPr>
              <a:t>Based on arXiv:2504.21844 (Mach. Learn.: Sci. Technol. 6 045060)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Outline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• Project overview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Method: multi-task HGNN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Data &amp; truth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Reconstruction &amp; evaluation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Current results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Failure analysis: why chains are lost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Optimization plan: E (edge top-k) + B (node Gumbel/MC)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Expected gains &amp; roadmap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• Current status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1 · Project Overview</a:t>
            </a:r>
          </a:p>
          <a:p>
            <a:r>
              <a:rPr sz="1300">
                <a:solidFill>
                  <a:srgbClr val="2E74B5"/>
                </a:solidFill>
              </a:rPr>
              <a:t>Reconstruct B-hadron decay chains from tracks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Task (LHCb): a pp collision produces ~150 charged tracks; only a few originate from the B hadron of interest. The detector sees tracks but not which tracks belong to which B hadron.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Goal: from the tracks alone, recover each B-hadron decay chain (B → intermediates → final-state tracks).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Method: model each event as a heterogeneous graph (tracks &amp; primary vertices = nodes, track pairs = edges); an HGNN classifies every track pair into 4 LCAG classes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4B5"/>
                </a:solidFill>
              </a:rPr>
              <a:t>   – 0 = background  ·  1 = sisters (share direct mother)  ·  2 = same B, not sisters  ·  3 = different B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Multi-task training (with MC-truth supervision): LCAG classification + node pruning + edge pruning + PV association in a single forward pass.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Why GNN: no hand-crafted track-pair rules; relations are learned end-to-end from MC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2 · Method — Multi-Task HGNN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Architecture: encoder (MLPs per node/edge type) → 4 stacked GN blocks (edge → node → global message passing, weighted by confidence) → decoder → task heads.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Four supervised tasks (loss = sum)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LCAG classification (cross-entropy on 4 classes per edge)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Node pruning (BCE, is this a signal track?)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Edge pruning (BCE ×33, is this track pair related?)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PV association (BCE, which primary vertex?)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Class imbalance is handled by inverse-frequency weighting on every task (critical, see failure analysis).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FP32 training (FP16 → NaN), batch 16 via gradient accumulation, Adam lr 1e-3.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3 · Data &amp; Truth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84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669280"/>
                <a:gridCol w="33375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Public paper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PYTHIA + EvtGen (Zenodo 15584745), full particle truth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v23 training, paper-style eval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CERN official MC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Official LHCb MC, normalized, includes PID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v25 training, generalization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Converted collision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Paper data converted to graph format with particle-level truth preserved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Training 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291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Truth = MC-recorded ground truth, turned into labels: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edge label y: LCAG class (0-3) for every track pair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node label ft: b / background flavor tag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PV label: correct primary-vertex association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• Truth is used for training labels, evaluation, and (optionally) pre-pruning; ~99% of edges are background (class 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4 · Reconstruction &amp; Evaluation</a:t>
            </a:r>
          </a:p>
          <a:p>
            <a:r>
              <a:rPr sz="1300">
                <a:solidFill>
                  <a:srgbClr val="2E74B5"/>
                </a:solidFill>
              </a:rPr>
              <a:t>Paper-style per-chain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Inference pipeline: hard-prune nodes &amp; edges (confidence &gt; 0.2) → cluster by LCAG (connected components per LCA level) → decay trees.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377440"/>
          <a:ext cx="11384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035040"/>
                <a:gridCol w="297180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 WHGNN (per-event)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PerfectReco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All tracks AND all LCA values of the chain correct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21.5%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AllParticles/Complete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Track set correct, LCA structure not fully correct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19.3%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NoneIso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Background tracks mixed into the chain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45.8%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PartReco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Only part of the chain reconstructed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13.5%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6634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Per-chain evaluation requires particle-level truth (final_keys / truth_senders, etc.) — previously lost during conversion, now preserved.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5 · Current Results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Training runs (weight-fixed runs in bold):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828800"/>
          <a:ext cx="9692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463040"/>
                <a:gridCol w="3291840"/>
                <a:gridCol w="21945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Ver.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Weight fix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val loss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CERN old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100 ep 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0.923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v23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Public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75/100 ep (stopped)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0.742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CERN new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100 ep 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0.807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v30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Public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running (ep 15)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43.2*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v31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CERN new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running (ep 22)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41.2*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65760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06000"/>
                </a:solidFill>
              </a:rPr>
              <a:t>• * Weight-fixed runs have inverse-frequency weighting: loss scale (~40) is not comparable across runs — compare only within-run best.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Reconstruction (threshold 0.2, per-chain):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297680"/>
          <a:ext cx="109728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92024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 / data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Perfect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AllParticles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NoneIso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PartReco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NotFound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v25 / CERN new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27.7%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55.6%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15.9%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22.5%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v23 / public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19.8%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55.3%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12.6%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10.5%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v8 / CERN old*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35.2%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~46.3%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21792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</a:rPr>
              <a:t>• Per-event Perfect: v25 21.6% · v23 15.5% · paper WHGNN 21.5%  (* v8 uses old thresholds/truth, reference only)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6 · Failure Analysis — Train/Inference Gap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Training is globally optimized (non-greedy); the inference pipeline is greedy and decoupled from training: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Pruning: each node/edge is cut independently (weight &gt; threshold) — ignores whether the cut breaks a downstream chain.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Clustering: connected components per LCA level, no backtracking — a wrong edge at one level corrupts the whole tree.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A chain survives only if ALL its tracks AND ALL its positive edges survive the AND-condition → single errors cascade at chain level.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00000"/>
                </a:solidFill>
              </a:rPr>
              <a:t>• Measured chain survival at thr 0.2: ~82% (paper data), ~69% (CERN data).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Root cause ranked: ① LCAG classification quality (class-1 accuracy collapsed) ② hard threshold pruning ③ greedy clustering.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6.1 · Chain-Death Decomposition (CERN data, thr 0.2, measured)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71600"/>
          <a:ext cx="114300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57607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Pruning applied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Chain survival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tells us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Both (current)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69.5%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Nodes only (edges fully kept)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73.7%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Node pruning kills 26.3% of chains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Edges only (nodes fully kept)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69.5%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</a:rPr>
                        <a:t>Edge pruning kills 30.5% of chains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10896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Edge-pruning deaths are a superset of node-pruning deaths (strong overlap).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Consequence: fixing edges alone (top-k, plan E) recovers only ~4pp of chains (69.5 → 73.7%).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00000"/>
                </a:solidFill>
              </a:rPr>
              <a:t>• Full pruning recovery (~30pp) requires BOTH edge and node handling → the E + B2 combination.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B06000"/>
                </a:solidFill>
              </a:rPr>
              <a:t>• Note: on CERN data node pruning is far harsher than on paper data (track survival 78.9% vs 98.3%) — node handling matters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6.2 · Root Cause — Class-Weight Bug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Bug: weights_calculator.py looked for key `LCA__weights` (double underscore) but configs use `LCA_weights` (single) → all class weights silently stayed 1.0; class imbalance was never compensated.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00000"/>
                </a:solidFill>
              </a:rPr>
              <a:t>• Effect: model only learned “background vs non-background”; LCAG class-1 (sisters) accuracy ≈ 0%.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Fixed in this working branch; paper Table-1 accuracies (WHGNN, fixed weights) show the target: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291840"/>
          <a:ext cx="1078992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1920240"/>
                <a:gridCol w="1920240"/>
                <a:gridCol w="19202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LCAG class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y0 bkg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y1 sisters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y2 same-B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y3 diff-B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Accuracy (paper, fixed weights)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99.3%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75.9%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61.3%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84.0%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Current bug model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≈0%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206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Two weight-fixed retrains (v30 public, v31 CERN) are running now — the single largest expected lever.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7 · Optimization Plan — Compute × Workload Balance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11430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3291840"/>
                <a:gridCol w="210312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Compute cost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Effort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 · Full soft reconstruction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edges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explosive (~11k pairs + bkg pollution)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low (decode)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dropped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 · Top-k + light-soft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edges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O(N·k), hard upper bound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low (decode only)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selected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B1 · Inference MC sampling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nodes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×K, cheap (nodes ~150/event)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low (decode)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optional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B2 · Gumbel-Softmax training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nodes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≈ one vectorized op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medium (retrain)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selected, fold into retrain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 · End-to-end (Object Condensation)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very high (new model)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deferred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65760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Why full soft reconstruction is dropped: reconstruct_decay is discrete clustering — continuous weights cannot enter; keeping all edges floods in ~100 false-positive edges and merges the whole event into one cluster.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Nodes (~150) vs edges (~23k) per event differ 100× → node and edge pruning must be treated separately.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7.1 · Plan E — Edge Top-k + Light-Soft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Candidate set via per-track top-k (by edge_weight, k ≈ 10-20):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Candidates ≤ N·k (N≈150, k=20 → ~1.5k undirected pairs vs ~11k full graph) — a hard, budgetable compute cap.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Unlike a global threshold (kept edges depend on the confidence distribution), top-k gives a deterministic cost.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• “Light-soft”: inside top-k no hard 0.2 cut (or a very low 0.05 filter) — low-confidence true sister edges survive; the LCAG argmax decides their class.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• Directly targets “true edge with confidence 0.1-0.2 hard-pruned → chain breaks”.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Pure decode change (reconstruction.py), no retraining; scan k = 10 / 15 / 20 / 30 on the current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7.2 · Plan B — Node B1 (MC) + B2 (Gumbel)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B2 — training-time Gumbel-Softmax: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Node keep/delete becomes a temperature-annealed soft mask; the model experiences pruning during training (closes the train-inference gap).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Fully GPU-parallel: one vectorized op (sample Gumbel noise for the whole batch, apply x·soft_mask) — overhead ≈ one extra tensor multiply.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B1 — inference-time MC sampling: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Sample K masks over low-confidence nodes, reconstruct K times, vote for the most stable chain (K ≈ 5-10).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   – Masks act on already-computed node_weights (vectorized post-processing, no re-forward); only K cheap reconstructions repeat.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06000"/>
                </a:solidFill>
              </a:rPr>
              <a:t>• Because node pruning kills 26% of chains on CERN data, B2 carries real value here (unlike on paper data).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8 · Expected Gains (v25/CERN, per-chain)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</a:rPr>
              <a:t>• Model: Perfect ≈ chain survival × structure-correct rate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37360"/>
          <a:ext cx="10607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377440"/>
                <a:gridCol w="3017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Chain survival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Structure-correct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Perfect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Current (bug, thr 0.2)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69.5%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27.7% (measured)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Fix weight bug only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~75-80%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~55-65%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~42-50%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Fix bug + E + B2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~90-95%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~60-70%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~55-65%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E+B2 only (no retrain)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~90%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~40%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404040"/>
                          </a:solidFill>
                        </a:rPr>
                        <a:t>~36%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93192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Anchors used (paper data): fixed-weight class accuracies y1 75.9% / y2 61.3% / y3 84.0% (Table 1); structure-correct ratio Perfect/(Perfect+Complete) ≈ 53% (Table 2).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06000"/>
                </a:solidFill>
              </a:rPr>
              <a:t>• Caveats: paper accuracies measured on its own data (CERN data has almost no class-2/3 samples → transfer relies on class-1); paper Table-2 is per-event on a harder test set (NoneIso 45.8%) — absolute numbers not directly comparable.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Per-event equivalent (v25 chain/event ≈ 1.28): fix bug ≈ 33-39%, fix bug + E + B2 ≈ 43-51%.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9 · Roadmap &amp; Next Steps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• Step 0 (running): weight-fixed retrains v30 (public) / v31 (CERN) — verify class-1 accuracy recovers toward the paper's 75.9%.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   – Step 1 (immediate): Plan E — top-k edge scan (k = 10/15/20/30) on v25, decode-only, vs hard threshold 0.2.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   – Step 2 (cheap): Plan B1 — node MC sampling (K≈5), skip if gain &lt; 1-2pp.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   – Step 3 (if needed): Plan B2 — fold Gumbel node pruning into the next retrain (merges with the weight-fix retrain).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• Step 4 (long-term, deferred): end-to-end Object-Condensation-style reconstruction (a new model — only if E+B ceiling is insufficient).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06000"/>
                </a:solidFill>
              </a:rPr>
              <a:t>• Priority rule: decode-only changes (E, B1) first for immediate quantitative answers; retraining-based changes (B2) merged with the ongoing run; end-to-end dropped for now.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 lIns="411480" tIns="109728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10 · Current Status &amp; References</a:t>
            </a:r>
          </a:p>
          <a:p/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0404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Cluster jobs (checked 2026-08-10):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828800"/>
          <a:ext cx="113385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572000"/>
                <a:gridCol w="2377440"/>
                <a:gridCol w="28346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Progress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9573527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Public weight-fix retrain (v30)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running, ~17.5h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epoch 15/100, best val 43.2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9573528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CERN weight-fix retrain (v31)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running, ~17.5h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epoch 22/100, best val 41.2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v23 &amp; v25 evaluations (thr 0.2)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CSVs 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657600"/>
            <a:ext cx="11384280" cy="5486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• References: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   – Sutcliffe et al., arXiv:2504.21844 — DFEI with HGNNs (this project's paper)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   – Jang et al., ICLR 2017 (arXiv:1611.01144) — Gumbel-Softmax; Maddison et al. (1611.00712); Bengio et al. (1308.3432)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   – Qasim et al., EPJC 2022 (arXiv:2204.01681) — Object Condensation (end-to-end baseline)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   – TrackML / ExaTrkX — edge-classification + graph segmentation pipelines (industry practice)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