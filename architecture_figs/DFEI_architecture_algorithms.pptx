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4E79"/>
                </a:solidFill>
                <a:latin typeface="Microsoft YaHei"/>
              </a:rPr>
              <a:t>DFEI 架构详解与优化算法手册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3333"/>
                </a:solidFill>
                <a:latin typeface="Microsoft YaHei"/>
              </a:rPr>
              <a:t>从原始异构 GNN 架构（具体到每个 MLP），到每次升级尝试的具体算法</a:t>
            </a:r>
          </a:p>
          <a:p>
            <a:r>
              <a:rPr sz="1500">
                <a:solidFill>
                  <a:srgbClr val="666666"/>
                </a:solidFill>
                <a:latin typeface="Microsoft YaHei"/>
              </a:rPr>
              <a:t>LCAG 分类 · 节点/边剪枝 · PV 关联 · B2 可微剪枝 · 温度退火 · Gumbel-Softmax · 课程学习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66666"/>
                </a:solidFill>
                <a:latin typeface="Microsoft YaHei"/>
              </a:rPr>
              <a:t>Qingxiang Guo · 中国科学院大学 · 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  <a:latin typeface="Microsoft YaHei"/>
              </a:rPr>
              <a:t>•  第一部分：DFEI 原始架构详解（具体到每个 MLP 的功能）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    –  背景：事件 → 图，多任务全景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    –  数据流：Encoder → GN Block ×4 → Decoder → 输出头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    –  四个监督任务：LCAG 分类 / 节点剪枝 / 边剪枝 / PV 关联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  <a:latin typeface="Microsoft YaHei"/>
              </a:rPr>
              <a:t>•  第二部分：Bug 修复后每次升级的具体算法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    –  v31 class weight 修复（逆向频率加权）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    –  v36 B2 可微剪枝 + 温度退火、源检测头（Rumor Centrality）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    –  v37/38 class2 加权、链内 LCA 一致性（hinge + CE）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    –  v40-42 PV 分簇：Gumbel-Softmax、课程学习、val 对齐、子图 cap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  <a:latin typeface="Microsoft YaHei"/>
              </a:rPr>
              <a:t>•  第三部分：经验总结与当前状态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  <a:latin typeface="Microsoft YaHei"/>
              </a:rPr>
              <a:t>•  第四部分：最新进展（2026-08-25~26）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    –  方向调整：评估口径转向 trigger（AllParticles 优先）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    –  输出侧物理监督：边级不变质量回归（mass head）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    –  EarlyStopping 续训 bug 修复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    –  PV 分簇（DA + 重叠软成员）评估结论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    –  公开数据验证 v38（进行中）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背景：DFEI 要解决什么问题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Deep Full Event Interpretation — LHCb B 介子衰变链重建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LHCb 对撞事件：一次质子-质子对撞产生大量径迹（track）和顶点（PV，Primary Vertex）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物理目标：找出哪些径迹属于同一条 B 介子衰变链（B → 中间粒子 → 末态粒子）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挑战：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  –  事件里绝大多数径迹是背景（来自同一 PV 的其他碰撞/喷注），信号链只占很小比例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  –  一个事件有多个 PV（堆叠），信号 B 可能来自其中某一个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  –  衰变链有多级：B → J/ψ → μμ，需要判断径迹之间的父子/同母关系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DFEI 的思路：把事件建模成图，用异构 GNN 同时学会：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  –  ① 哪些径迹是信号（节点剪枝）  ② 径迹之间是否在一条链上、是什么关系（边剪枝 + LCAG 分类）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  –  ③ 径迹属于哪个 PV（PV 关联）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事件 → 图：DFEI 的输入表示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节点（node_types）：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  –  tracks 节点：每条径迹一个，特征 x（运动学：动量、角度、IP 等，8 维）+ PID 信息（拼接后 16 维）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  –  pvs 节点：每个主顶点一个，特征 x（3 维，顶点位置相关）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  –  globals 节点：事件级全局信息（每事件 1 个，2 维）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边（edge_types）：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  –  tracks → tracks 边：径迹两两之间，特征 edges（5 维物理量，如两径迹角度差、顶点距离），标签 y = LCA 类别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  –  tracks → pvs 边：径迹与每个 PV 之间（稠密，每 track 连所有 PV），特征 edges（1 维，IP 类），标签 y = 是否属于该 PV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标签（监督信号）来自 MC 真值：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  –  truth 衰变树 → 每条 tt 边的 LCAG 类别（0-3）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  –  truth 径迹/边是否信号 → 节点/边剪枝标签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多任务全景：模型同时预测四件事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899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Microsoft YaHei"/>
                        </a:rPr>
                        <a:t>任务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Microsoft YaHei"/>
                        </a:rPr>
                        <a:t>预测什么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Microsoft YaHei"/>
                        </a:rPr>
                        <a:t>监督标签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Microsoft YaHei"/>
                        </a:rPr>
                        <a:t>损失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Microsoft YaHei"/>
                        </a:rPr>
                        <a:t>用于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① LCAG 分类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每条 tt 边的 LCA 类别（4 类）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truth LCA 类别 y∈{0,1,2,3}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CrossEntropy（加权）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链重建（重建衰变树）</a:t>
                      </a:r>
                    </a:p>
                  </a:txBody>
                  <a:tcPr marL="54864" marR="54864" marT="18288" marB="18288"/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② 节点剪枝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每条径迹是信号的概率（0~1）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ft≠1（信号）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BCE（加权）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砍掉背景径迹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③ 边剪枝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每条 tt 边是链内边的概率（0~1）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LCA y&gt;0（链内）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BCE（加权）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砍掉背景边</a:t>
                      </a:r>
                    </a:p>
                  </a:txBody>
                  <a:tcPr marL="54864" marR="54864" marT="18288" marB="18288"/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④ PV 关联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径迹属于每个 PV 的概率（0~1）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track-PV 关联真值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BCE（加权）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径迹-顶点归属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75488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•  LCAG 四类的含义（两径迹在 truth 衰变树里的最低共同祖先关系）：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    –  class 0：无共同祖先（背景对）   class 1：直系母子（一个直接衰变成另一个）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    –  class 2：同母（姊妹，同一中间粒子衰变产物）   class 3：祖孙（隔 ≥2 代）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DFEI 整体数据流（model.py: DFEI_HGNN.forward）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一个异构 GNN：Encoder → GN Block ×4 → Decoder → 输出头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554480" cy="10058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输入图
(原始特征)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463040"/>
            <a:ext cx="1554480" cy="10058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Encoder
(编码MLP)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463040"/>
            <a:ext cx="2377440" cy="10058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GN Block ×4
(消息传递)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463040"/>
            <a:ext cx="1554480" cy="10058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Decoder
(解码MLP)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1463040"/>
            <a:ext cx="2377440" cy="100584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输出头
(4个任务)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377440" y="1737360"/>
            <a:ext cx="274319" cy="38100"/>
          </a:xfrm>
          <a:prstGeom prst="rt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>
            <a:off x="4206240" y="1737360"/>
            <a:ext cx="274320" cy="38100"/>
          </a:xfrm>
          <a:prstGeom prst="rt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Triangle 11"/>
          <p:cNvSpPr/>
          <p:nvPr/>
        </p:nvSpPr>
        <p:spPr>
          <a:xfrm>
            <a:off x="6858000" y="1737360"/>
            <a:ext cx="274319" cy="38100"/>
          </a:xfrm>
          <a:prstGeom prst="rt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Triangle 12"/>
          <p:cNvSpPr/>
          <p:nvPr/>
        </p:nvSpPr>
        <p:spPr>
          <a:xfrm>
            <a:off x="8686800" y="1737360"/>
            <a:ext cx="365760" cy="38100"/>
          </a:xfrm>
          <a:prstGeom prst="rt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关键细节：GN Block 之间用残差拼接——每过一个 block，把特征与潜变量图（encoder 输出）按最后一维拼接（hetero_graph_concat），避免深层退化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Encoder/Decoder 每个元素类型（节点/边/全局）各有一个独立 MLP → 异构（不同对象用不同网络）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B2 可微剪枝只在最后一个 GN Block 启用（与推理剪枝位置对齐），其余 Block 正常学全图表征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Encoder：每个元素类型一个编码 MLP（hetero_graphcoder.py）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Microsoft YaHei"/>
                        </a:rPr>
                        <a:t>MLP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Microsoft YaHei"/>
                        </a:rPr>
                        <a:t>输入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Microsoft YaHei"/>
                        </a:rPr>
                        <a:t>输出维度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tracks 编码 MLP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tracks.x（8 维原始运动学，use_pid 时拼接 PID → 16）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16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把径迹原始特征映射到隐空间</a:t>
                      </a:r>
                    </a:p>
                  </a:txBody>
                  <a:tcPr marL="54864" marR="54864" marT="18288" marB="18288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pvs 编码 MLP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pvs.x（3 维）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16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PV 特征 → 隐空间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global 编码 MLP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globals.x（2 维）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16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事件全局特征 → 隐空间</a:t>
                      </a:r>
                    </a:p>
                  </a:txBody>
                  <a:tcPr marL="54864" marR="54864" marT="18288" marB="18288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tracks_tracks 边编码 MLP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tt 边 edges（5 维物理量）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16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径迹对特征 → 隐空间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tracks_pvs 边编码 MLP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tr-pv 边 edges（1 维 IP 类）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16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径迹-PV 关联特征 → 隐空间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38912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结构：MLP(layers=[输入,128,128,16])，即 3 个线性层，每层 ReLU + 可选 norm（graph_norm）+ dropout 0.01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输入维度用 -1 占位，构建时根据实际数据自动推断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作用一句话：把异构的原始特征统一编码进同一 16 维隐空间，供后续消息传递使用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GN Block 内部：消息传递三阶段（hetero_graph_network.py）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每个 Block = Edge block → Node block → Global block，各有一个 MLP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329184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① Edge block MLP
更新每条边的特征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554480"/>
            <a:ext cx="329184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② Node block MLP
更新每个节点的特征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554480"/>
            <a:ext cx="329184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③ Global block MLP
更新事件全局特征</a:t>
            </a:r>
          </a:p>
        </p:txBody>
      </p:sp>
      <p:sp>
        <p:nvSpPr>
          <p:cNvPr id="8" name="Right Triangle 7"/>
          <p:cNvSpPr/>
          <p:nvPr/>
        </p:nvSpPr>
        <p:spPr>
          <a:xfrm>
            <a:off x="4114800" y="1828800"/>
            <a:ext cx="365760" cy="38100"/>
          </a:xfrm>
          <a:prstGeom prst="rt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Triangle 8"/>
          <p:cNvSpPr/>
          <p:nvPr/>
        </p:nvSpPr>
        <p:spPr>
          <a:xfrm>
            <a:off x="7772400" y="1828800"/>
            <a:ext cx="365760" cy="38100"/>
          </a:xfrm>
          <a:prstGeom prst="rt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这是 Graph Network（GN）的边→节点→全局更新范式：信息先在边上更新，再聚合到节点，最后聚合到全局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每次消息传递后，边/节点特征都携带了邻域信息 → 多层之后感受野覆盖整个事件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与 B2 的配合：② 里消息传递用 edge_weights 加权（weighted_pass），B2 软掩码就作用在这些权重上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① Edge block MLP：更新边特征（hetero_edge_block.py）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Microsoft YaHei"/>
                        </a:rPr>
                        <a:t>拼接的输入（concat）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edges（当前边特征 16 维）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这条边自己的信息</a:t>
                      </a:r>
                    </a:p>
                  </a:txBody>
                  <a:tcPr marL="54864" marR="54864" marT="18288" marB="18288"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接收节点 x（edge_index[1]）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边终点（receiver）的节点特征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发送节点 x（edge_index[0]）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边起点（sender）的节点特征</a:t>
                      </a:r>
                    </a:p>
                  </a:txBody>
                  <a:tcPr marL="54864" marR="54864" marT="18288" marB="18288"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全局 x（按起点 batch 广播）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事件级信息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38912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MLP(layers=[-1,128,128,16])：拼接后 → 3 层线性 + ReLU → 更新后的边特征（仍 16 维）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作用：让每条边看到自己两个端点的状态和事件全局，从而更新自己的表示——边特征从此携带结构信息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② Node block MLP：更新节点特征（hetero_node_block.py）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Microsoft YaHei"/>
                        </a:rPr>
                        <a:t>拼接的输入（concat）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聚合的发送边消息（HeteroEdgesToNodesAggregator）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把从该节点出发的所有边特征按边权重加权求和 → 邻居信息</a:t>
                      </a:r>
                    </a:p>
                  </a:txBody>
                  <a:tcPr marL="54864" marR="54864" marT="18288" marB="18288"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聚合的接收边消息（receiver）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指向该节点的边特征加权求和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节点自身 x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节点原来的特征</a:t>
                      </a:r>
                    </a:p>
                  </a:txBody>
                  <a:tcPr marL="54864" marR="54864" marT="18288" marB="18288"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全局 x（按节点 batch 广播）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事件级信息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38912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聚合器：对每个节点，把关联边的特征（16 维）按对应边权重 edge_weights 加权求和 → 相当于邻居消息汇聚（消息传递）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MLP(layers=[-1,128,128,16])：拼接后更新节点特征（仍 16 维）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作用：每个节点融合了邻居边的信息 → 径迹知道和它相连的径迹是谁、关系如何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③ Global block MLP + Decoder + 输出头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③ Global block MLP（hetero_global_block.py）：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输入 = 所有边特征聚合（加权求和）+ 所有节点特征聚合 + 全局自身 → MLP 更新全局特征（16 维）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作用：把整张图的信息压缩进事件级表示，再广播回所有边/节点（下一层的 context）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Decoder（HeteroGraphCoder，与 Encoder 同结构）：把隐特征解码回更利于分类的空间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输出头（hetero_output_trafo.py / hetero_graph_network.py 里的 MLP_infer）：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LCA 头：tt 边 → MLP → 4 维 logits（CrossEntropy）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MLP_infer（节点）：tracks 节点 → MLP → 1 维 logit → sigmoid = 节点保留概率（节点剪枝）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MLP_infer（边）：每种边 → 同一 MLP → 1 维 logit → sigmoid = 边保留概率（边剪枝 / PV 关联）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推理重建流程（reconstruction.py）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训练学到的权重，在推理时怎么用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① 节点剪枝：node_weight &gt; 0.9 的径迹保留（默认阈值 0.9，训练里 B2 软掩码模拟的就是这一步）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② 边剪枝：edge_weight &gt; 0.9 的 tt 边保留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③ 得到剪枝后的稀疏图，对每条边取 LCA logits 的 argmax → 4 类判决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④ 链重建（reconstruct_decay）：从剪枝后的图出发，按 LCA 关系把边串成衰变链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贪心：把母子关系的边连起来，形成一条条从 B 到末态粒子的链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若一条边被判为 class2（同母）而连接关系冲突，会造成链分裂/错连 → 这正是 class2 准确率的痛点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★ 关键 Gap：训练时模型看全图，推理时先剪枝再重建——训练和推理的图结构不一致，这就是 B2 可微剪枝要解决的问题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优化总览（bug 修复后每一轮）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899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444137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版本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改动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核心算法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v31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修复 class weight bug（LCA__weights→LCA_weights）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逆向频率加权</a:t>
                      </a:r>
                    </a:p>
                  </a:txBody>
                  <a:tcPr marL="54864" marR="54864" marT="18288" marB="18288"/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v36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B2 可微剪枝 + 源检测头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Sigmoid 软掩码 + 温度退火；Rumor Centrality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v37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class2 专项加权 + 链内 LCA 一致性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损失加权；Hinge loss</a:t>
                      </a:r>
                    </a:p>
                  </a:txBody>
                  <a:tcPr marL="54864" marR="54864" marT="18288" marB="18288"/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v38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b2_cut 0.7→0.85 + chain_lca_ce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阈值对齐；链内边类别 CE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v39-42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PV 分簇分层重建（尝试）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Gumbel-Softmax、温度退火、课程学习、val 对齐</a:t>
                      </a:r>
                    </a:p>
                  </a:txBody>
                  <a:tcPr marL="54864" marR="54864" marT="18288" marB="18288"/>
                </a:tc>
              </a:tr>
              <a:tr h="44413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v38+masshead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第7个监督头：边级不变质量回归（输出侧物理监督）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SmoothL1 log10(ππ 不变质量)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754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结果里程碑（thr0.9 Perfect 比例）：v31 23.93% → v36 26.28% → v37 27.25% → v38 29.26%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v31：class weight bug 修复 = 逆向频率加权（Inverse Frequency Weighting）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类别不平衡问题的标准解法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问题：LCAG 类别极度不平衡——class0（无关边）占绝对多数，class1/2/3（结构边）极少（约 0.1%）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后果：模型只要全判 class0 就能把平均损失压得很低 → 结构边完全不学 → class1 准确率掉到 ~0%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解法：给每个类一个权重，样本越少的类权重越大：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w_c = N / (K × n_c)，其中 N=总样本数，K=类别数，n_c=类 c 的样本数（代码：sum/(4*count)，再 clamp 到 ≤1e3）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训练时 loss = Σ w_c × CE(预测, 类c) → 少数类（class1/2/3）被放大，模型被迫学结构边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配套 bug：配置键拼写错误 LCA__weights（双下划线）→ 权重根本没生效，修成 LCA_weights 后 class1 才被学起来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⭐ 启发：先确认信号有没有进到损失里，再谈调模型——这是整个优化线的起点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v36：B2 可微剪枝 ① 为什么需要它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Train-Inference Gap：训练看全图，推理先剪枝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推理侧：先用阈值把节点/边剪掉（硬剪枝），再在稀疏图上做链重建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训练侧（v31-35）：模型在全图上训练，从没见过被剪过的图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后果：训练时的特征分布 ≠ 推理时的特征分布 → 剪枝后的结构预测不准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B2 的思路：在训练的最后一步，用软掩码模拟推理的硬剪枝，让训练和推理看同一类图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  –  关键设计：只在最后一个 GN Block 启用——因为推理时剪枝正是作用于最终输出的权重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v36：B2 可微剪枝 ② Sigmoid 软掩码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硬剪枝不可导，用连续掩码代替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硬剪枝：weight &gt; 0.9 保留，否则丢弃 —— 不可导，无法反向传播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软掩码（可导的近似）：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  –  mask = σ((w − cut) / τ)，σ 是 sigmoid，cut 是剪枝阈值（b2_cut，默认 0.85），τ 是温度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  –  训练时把权重乘上掩码：w_effective = w × σ((w − cut)/τ)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  –  效果：w 远高于 cut → mask≈1（保留）；w 远低于 cut → mask≈0（近似剪掉）；w≈cut → 平滑过渡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  –  梯度可以流经 mask → 模型学会把该剪的边压低、该留的边抬高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阈值对齐：b2_cut 从 0.5 → 0.7 → 0.85 逐步对齐推理阈值 0.9，让模拟更接近真实剪枝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v36：B2 可微剪枝 ③ 温度退火（Temperature Annealing）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为什么掩码要从软变硬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问题：σ((w−cut)/τ) 里温度 τ 控制掩码的陡峭程度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  –  τ 大（如 1.0）→ sigmoid 平滑，掩码在 cut 附近过渡缓和（软，留有余地，利于梯度流动）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  –  τ 小（如 0.1）→ sigmoid 陡峭，掩码趋近 0/1 硬判决（硬，与推理阈值剪枝一致）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退火策略：训练初期 τ=1.0（软，模型先学到大方向），随 epoch 线性降到 0.1（硬，模拟真实剪枝）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  –  τ(epoch) = 1.0 + (0.1 − 1.0) × min(epoch/100, 1)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类比：模拟退火——先允许模糊，再逐步精确，避免一开始就被硬判决卡死梯度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⭐ 通用套路：凡是离散决策需要放进训练，就用连续松弛（sigmoid/softmax）+ 温度退火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v36：源检测头 = Rumor Centrality 训练化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让 GNN 学会一条链的根在哪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背景：推理时重建链需要找到根（B 介子候选），Rumor Centrality（RC）是一种在树上找根的方法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Rumor Centrality 直觉：给定一棵树（链），信息传播从某个源头扩散；RC 给每个节点打一个它是源头的分数，最大者即最可能的根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问题：推理时才用 RC 找根，训练时模型从没学过根-叶结构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做法：新增第 6 个监督头 source_head（MLP：节点特征+节点权重 → 根概率 logit）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标签：对每条 truth 链，取 RC 分数最大的节点作为根标签（真值，无噪声）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损失：BCE(logit, 根标签)，与主干联合训练 → 让主干显式学链的层级结构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效果：训练时找根与推理时 RC 找根对齐，主干对链结构的理解更深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v37：class2 专项加权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同 B 边（姊妹关系）是链结构的关键短板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观察：v36 里 class2（同母边）准确率 ~36%，是 Perfect 率的最大结构瓶颈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原因：class1（母子）保证链的连通，class2（姊妹）决定同一个中间粒子下的多条子链怎么并成一条，判错直接破坏链结构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做法：在逆向频率权重基础上再乘一个系数：lca_class2_weight = 3.0（v37）→ 2.0（v38）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    –  lca_w[2] = 原权重 × lca_class2_weight → class2 的 CE 损失被进一步放大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v37 用 3.0 后发现 class1 反而下降（加权过度，模型顾此失彼）→ v38 降到 2.0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333333"/>
                </a:solidFill>
                <a:latin typeface="Microsoft YaHei"/>
              </a:rPr>
              <a:t>•  ⭐ 启发：专项加权要点到为止，权重过大破坏其他类别的学习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v37/38：链内 LCA 一致性（chain_lca_loss + chain_lca_ce）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把最物理的判据直接放进训练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物理直觉：真链的链内边（y&gt;0）应该是模型高置信的非背景边——这是推理侧 chain_lca_filter 的判据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做法①（chain_lca_loss，Hinge）：只对 truth 链内边施加：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对链内边取被判类别的 softmax 概率 conf，loss = max(0, margin − conf)²，margin=0.3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conf &lt; margin 的边受罚 → 逼迫链内边高置信，让链在推理时更干净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Hinge loss 特点：超过 margin 就不再罚（不像 CE 无上限），只关注不够自信的样本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做法②（chain_lca_ce，v38 升级）：链内边额外加类别 CE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直接用真类别（1/2/3）监督链内边的分类，对抗 class0 对主 LCA loss 的稀释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本质：把推理后处理（chain_lca_filter 阈值过滤）的判据前移到训练，让模型主动产出物理自洽的链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v39-42：PV 分簇分层重建（动机）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多 B 事件拆成单 B，单 B 处理路径完全不变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背景：v38 对单 B 事件已经很好（无干扰），瓶颈在多 B/高连通事件——全图 91-139 条径迹，跨链边互相干扰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核心想法（用户提出）：用 cluster 把多 B 事件按 PV 拆成多个单 B 子图，每个子图走与 v38 单 B 完全相同的处理路径（GNN/损失/重建都不变），只改怎么切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关键要求：分簇器本身必须是一个带训练的 MLP（不能是真值硬切，否则训练/推理不一致）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演进：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v39：先用 truth PV 硬切做训练侧试验 → EarlyStopping 提前结束（分簇器不可训练）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v40：新增可训练 pv_cluster_head + 温度退火 → val 发散（train 切子图、val 全图）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v41：课程学习 + val 对齐 + 子图 cap → 稳定但 3.2h/epoch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v42：缩小规模验证 → 结论：子图训练伤模型（见后）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v40：Gumbel-Softmax 温度退火（重参数化技巧）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怎么让离散的分簇分配可训练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问题：给每条径迹分配一个 PV（离散选择），argmax 不可导，梯度传不进去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Gumbel 技巧（重参数化）：在 logit 上加 Gumbel 噪声再取 argmax，等价于按 softmax 概率采样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g = −log(−log(u))，u ~ Uniform(0,1)（Gumbel 分布采样）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分配 = argmax( (logit + g) / τ )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τ 大 → 近似按概率随机采样（探索，模型见到多样的分簇）；τ 小 → logit 主导，收敛到 argmax（确定）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温度退火：τ 从 1.0 → 0.1，与 B2 掩码退火同一个哲学——先探索后收敛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配套：pv_cluster_head（可训练 MLP）吃 track/PV/边特征 → track 属 PV 的 logit，用与 pv_asso 相同的标签做 BCE 监督（独立训练）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v41：课程学习（Curriculum Learning）+ 工程修复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从易到难，避免随机分簇直接扰动好权重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问题（v40 发散根因）：cluster 头随机初始化 + τ=0（resume 后绝对 epoch 使退火已结束）→ 一开始就是垃圾分簇，直接破坏 v38 的好权重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课程学习：把训练顺序从难到易反过来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早期：alpha=1.0，全部用 truth PV 分簇（干净的单 B 子图，模型平滑适应子图结构）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逐步过渡：alpha = 1 − run_epoch/30，每条径迹以概率 alpha 用 truth、否则用 cluster 头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后期：alpha=0，全部用 cluster 头（与推理一致）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配套工程修复：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① val 也切子图（确定性分配）→ 消除 train/val 图结构 gap（v40 val 发散的主因）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② 退火/课程相对本次 run 起点计（续训时绝对 epoch 已到 101，必须重置）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③ 训练侧子图数量上限 cap（随机保留，提速）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v42：结论——子图训练伤模型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为什么训练切子图这条路走不通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899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v38（全图训练）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v42（子图训练 48ep）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变化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Perfect（thr0.9）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29.26%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26.28%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-2.98pp</a:t>
                      </a:r>
                    </a:p>
                  </a:txBody>
                  <a:tcPr marL="54864" marR="54864" marT="18288" marB="18288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LCAG class1 准确率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76.8%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56.38%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-20.4pp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val_combined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35.86（全图口径）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118.2（子图口径）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口径不同，不可直接比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56616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根因：测试时 GNN 前向跑在全图上（重建流程：全图前向 → 剪枝 → 分簇 → 簇内重建），而训练让模型在子图上重学了 48 个 epoch → 全图前向能力退化（class1 掉 20pp）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教训：train/infer 对齐必须看测试时模型到底在什么图上做前向，而不是只看 train/val 是否一致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后续方向：退回全图训练（模型能力不退化）+ 推理时用分簇器拆多 B（分簇只是重建前的预处理，不改变 GNN 前向）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经验总结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Microsoft YaHei"/>
                        </a:rPr>
                        <a:t>#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Microsoft YaHei"/>
                        </a:rPr>
                        <a:t>原则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Microsoft YaHei"/>
                        </a:rPr>
                        <a:t>例子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先确认监督信号真的生效，再谈调模型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v31 class weight bug（拼写错误让权重根本没进损失）</a:t>
                      </a:r>
                    </a:p>
                  </a:txBody>
                  <a:tcPr marL="54864" marR="54864" marT="18288" marB="18288"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离散决策放进训练 → 连续松弛 + 温度退火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B2 sigmoid 软掩码、Gumbel-Softmax 分簇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训练/推理对齐要看模型实际前向的图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子图训练伤模型：测试前向仍跑全图</a:t>
                      </a:r>
                    </a:p>
                  </a:txBody>
                  <a:tcPr marL="54864" marR="54864" marT="18288" marB="18288"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专项加权点到为止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class2 加权 3.0 → 2.0（3.0 伤 class1）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新头/新机制从 checkpoint 续训要重置状态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EarlyStopping、退火 epoch、课程 alpha 都要相对 run 起点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292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PV 分簇路线最终结论（2026-08-24）：训练侧子图训练伤模型（class1 -20pp）；推理分簇也无效（Perfect 28.70% vs 29.26%，无显著差异）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当前最优 = v38 全图方案（Perfect 29.26%）；后续优化另寻方向（如提升 class2、链合并、阈值扫描）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方向调整：评估口径转向 trigger（2026-08-25）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用户明确：AllParticles 比 Perfect 更关键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背景：导师汇报前，两条线并行（公开数据验证 v38 + PV 聚类基线）时，用户重新评估目标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核心调整：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评估口径从 Perfect（完美重建整条链）转向 AllParticles（每个 B 的末态粒子尽量都重建到）——trigger 场景下"一个都不漏"比"全对"更重要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区分 class1/class2 是物理难题（直系母子 vs 同母姊妹，需要精确的拓扑判别），优先级下调，不再作为紧迫优化目标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连带结论：凡是有损 AllParticles 的改动（如 PV 分簇切链），即使 Perfect 不掉也要重新评估是否值得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待办：公开数据验证 v38 提升真实可靠 + 输出侧物理监督（见后续页）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输出侧物理监督：为什么选这个方向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物理特征增强（改输入） vs 输出侧监督（加辅助头）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先考虑过的方案——物理特征增强（改输入）：把手工算的 m_ij（两径迹不变质量）/cosθ 拼进边特征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问题：m_ij 对"是否同母"判别力弱（随机对也有类似分布），且引入人为物理假设，未必比 GNN 自己学的表示强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用户质疑"这真的是一个好方法吗？" → 诚实分析后放弃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转向——输出侧监督（加辅助预测头）：保持端到端目标不变，用物理量作为辅助监督信号，逼主干表征携带物理信息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文献支持（世界模型/JEPA 方向）：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HEP-JEPA (arXiv:2502.03933)、JetParticle-JEPA (arXiv:2606.14813)：预测任务 → 表示携带物理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PhyIP (arXiv:2602.12218)：非侵入线性探针，验证"主干能否线性预测物理量"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落地方案：第7个监督头——边级 ππ 不变质量回归（mass head）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mass head：边级不变质量回归（实现 + 首个结果）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最小实验：从 v38 best 续训，验证"物理监督 → 更好重建"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•  目标真值（无需额外标签，数据自带）：每条 tt 边两端轨迹的 ππ 不变质量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    –  反归一化 px/py/pz（与 normalization_dict.pt 逐位核对）→ E = √(p² + m_pi²) → m² = (E₁+E₂)² − |p₁+p₂|²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    –  目标 = log10(m/MeV)（动态范围 2.4~4.3，避免原始质量 283-16959 MeV 压垮损失）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    –  掩码：未重建径迹（px≈py≈pz≈-1 哨兵）跳过；真实轨迹 px&lt;0 占 48%，单维不能做掩码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•  头：输入 = decoder 边表征 latent_edges（16 维，op_trafo 覆盖前保存）→ MLP(16→64→1)；损失 SmoothL1(β=0.3)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3333"/>
                </a:solidFill>
                <a:latin typeface="Microsoft YaHei"/>
              </a:rPr>
              <a:t>•  首个结果（仅 1 epoch，20 文件）：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20624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v38 基线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v38 + 1ep mass head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变化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AllParticles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52.13%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54.73%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+2.6pp</a:t>
                      </a:r>
                    </a:p>
                  </a:txBody>
                  <a:tcPr marL="54864" marR="54864" marT="18288" marB="18288"/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Perfect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29.26%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30.47%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+1.2pp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NoneIso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47.87%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45.27%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-2.6pp</a:t>
                      </a:r>
                    </a:p>
                  </a:txBody>
                  <a:tcPr marL="54864" marR="54864" marT="18288" marB="18288"/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mass_loss（train）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1.93 → 0.58（1 epoch）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头在正常学习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1264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333333"/>
                </a:solidFill>
                <a:latin typeface="Microsoft YaHei"/>
              </a:rPr>
              <a:t>•  注意：评估样本数有差异（12264 vs 12678），但 +2.6pp 方向性信号明确，完整 20 epoch 训练已重提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EarlyStopping 续训 bug：只跑 1 个 epoch 就早停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checkpoint 里保存的早停状态在续训时被恢复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现象：mass head 续训作业（9997828）第一个 epoch（val 38.95）后立即早停进入评估，只训练了 1 epoch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根因：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v38 就是 EarlyStopping 结束的 → ckpt 里保存 wait_count=15（已满）、stopped_epoch=105、best_score=35.56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续训恢复该状态后，第一个 epoch 的 val 未低于旧 best → wait_count 16 ≥ patience 15 → 立即触发早停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修复（exec_lightning.py）：新增 ResetEarlyStoppingOnResume 回调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resume 时在 fit 开始后把 wait_count 清零、best_score 重置为 inf → 早停从本 run 重新计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教训：与 v41 课程 alpha/退火 epoch 同类问题——所有"相对训练进度"的状态在续训时都要相对 run 起点重置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PV 分簇（DA + 重叠软成员）评估结论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确定性退火（DA）+ 允许重合的分簇 —— 对 trigger 目标不利，方向搁置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899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v38 全图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DA 基线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Microsoft YaHei"/>
                        </a:rPr>
                        <a:t>DA + 重叠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AllParticles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52.13%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49.12%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46.41%</a:t>
                      </a:r>
                    </a:p>
                  </a:txBody>
                  <a:tcPr marL="54864" marR="54864" marT="18288" marB="18288"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Perfect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29.26%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28.27%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28.20%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NoneIso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47.87%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41.62%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32.33%</a:t>
                      </a:r>
                    </a:p>
                  </a:txBody>
                  <a:tcPr marL="54864" marR="54864" marT="18288" marB="18288"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PartReco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0%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8.9%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Microsoft YaHei"/>
                        </a:rPr>
                        <a:t>20.63%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11480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重叠软成员设计：score ≥ mem_thr（默认 0.3）的轨迹可同时属于多个 PV 簇，链只需在至少一个簇内完整；簇间用包含度判据去重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结果解读：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重叠反而把链拆得更碎（PartReco 升到 20.6%），AllParticles 进一步下降 —— mem_thr=0.3 太松，轨迹被复制到多簇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分簇切链这条路线整体与 trigger 目标（AllParticles 优先）相悖：两次评估均为负收益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结论：PV 分簇方向（DA/重叠/子图训练）全部搁置，重心转回全图方案 + 输出侧物理监督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公开数据验证 v38（进行中）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用论文公开数据集（Run3 模拟, ~150 径迹/事件）训练 v38 算法栈，与论文结果对比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目的：确认 v38 在 CERN 数据上的提升真实可靠，不是过拟合特定样本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配置：50 trn 文件 / batch=1 / gacc=16（有效 16）/ lr=1e-3 / FP32 / epochs=100，v38 全部算法（B2、chain_lca、source_head、class2 加权）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进度（version_45，2026-08-26 11:32）：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已跑 14 epoch（~1h/epoch），val_combined_loss 115.5 → 49.2（ep14 best，持续下降）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val_LCA 0.92 → 0.60，val_tt 3.31 → 1.43 —— 训练健康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⚠️ val_source_loss 从 ep1 起为 nan（公开数据 truth 链信息可能缺失），待查，不影响 combined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Microsoft YaHei"/>
              </a:rPr>
              <a:t>Qingxiang Guo · UCAS · DFEI 架构与算法手册    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Microsoft YaHei"/>
              </a:rPr>
              <a:t>当前状态与下一步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2026-08-26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899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Microsoft YaHei"/>
                        </a:rPr>
                        <a:t>工作线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公开数据验证 v38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训练中（9995727, version_45）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14/100 epoch，val 115→49，健康</a:t>
                      </a:r>
                    </a:p>
                  </a:txBody>
                  <a:tcPr marL="54864" marR="54864" marT="18288" marB="18288"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mass head 最小实验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重提完整训练（10004201）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1 epoch 已显示 AllParticles +2.6pp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PV 分簇（DA/重叠）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已搁置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两次评估均伤 AllParticles</a:t>
                      </a:r>
                    </a:p>
                  </a:txBody>
                  <a:tcPr marL="54864" marR="54864" marT="18288" marB="18288"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PhyIP 线性探针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待做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Microsoft YaHei"/>
                        </a:rPr>
                        <a:t>验证主干表示能否线性预测物理量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02336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Microsoft YaHei"/>
              </a:rPr>
              <a:t>•  下一步：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mass head 完整训练（20 epoch）跑完后评估，确认提升稳定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训练后做 PhyIP 式线性探针：从主干节点/边表示线性回归 px/py/pz/m，对比 v38 与 v38+masshead 的可预测性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333333"/>
                </a:solidFill>
                <a:latin typeface="Microsoft YaHei"/>
              </a:rPr>
              <a:t>    –  公开数据 v38 训练完成后，与论文 DFEI 报告结果（arxiv:2304.08610）对比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