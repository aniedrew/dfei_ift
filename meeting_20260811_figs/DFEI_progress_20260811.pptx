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194560"/>
            <a:ext cx="9966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4E79"/>
                </a:solidFill>
              </a:rPr>
              <a:t>DFEI Local Run Results and Optimization Strategy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291840"/>
            <a:ext cx="9966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>
                <a:solidFill>
                  <a:srgbClr val="333333"/>
                </a:solidFill>
              </a:rPr>
              <a:t>Progress Report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114800"/>
            <a:ext cx="996696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666666"/>
                </a:solidFill>
              </a:rPr>
              <a:t>official CERN MC &amp; public dataset · RTX 2080 Ti (10 GB)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97280" y="4937760"/>
            <a:ext cx="9966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>
                <a:solidFill>
                  <a:srgbClr val="666666"/>
                </a:solidFill>
              </a:rPr>
              <a:t>Qingxiang Guo · University of Chinese Academy of Sciences · DFEI group meeting · Aug 11,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What This Report Covers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 Reconstruction results on the official CERN MC and the public dataset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 A concrete training-speed problem on the 10 GB GPU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 Why hard-threshold pruning loses signal chains (diagnosis)</a:t>
            </a:r>
          </a:p>
          <a:p>
            <a:pPr>
              <a:spcAft>
                <a:spcPts val="800"/>
              </a:spcAft>
            </a:pPr>
            <a:r>
              <a:rPr sz="2000">
                <a:solidFill>
                  <a:srgbClr val="333333"/>
                </a:solidFill>
              </a:rPr>
              <a:t>•  Three targeted changes to fix it (edges / nodes / candidate selection)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Setup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" y="155448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Code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0" y="155448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scalable_mtl_hgnn (branch yukai_IFT, weight-fix carried locally)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2316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Data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42316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Official CERN MC — DFEI_IFT_20260702/MC_normed (~91 trk/evt)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29184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Data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43200" y="329184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Public (paper) dataset — converted_LHCbcollision (~139 trk/evt)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160519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GPU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43200" y="4160519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NVIDIA RTX 2080 Ti, 10.6 GB VRAM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5029200"/>
            <a:ext cx="16459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 b="1">
                <a:solidFill>
                  <a:srgbClr val="1F4E79"/>
                </a:solidFill>
              </a:rPr>
              <a:t>Model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743200" y="5029200"/>
            <a:ext cx="85953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>
                <a:solidFill>
                  <a:srgbClr val="333333"/>
                </a:solidFill>
              </a:rPr>
              <a:t>HGNN, 4 message-passing blocks, ~570 k params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Reconstruction Results (thr 0.2)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CERN MC (v25): per-chain Perfect 27.7%, AllParticles 55.6%, NoneIso 6.0%, PartReco 15.9%, NotFound 22.5%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Public (v23): per-chain Perfect 19.8%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Paper WHGNN reference: per-event Perfect 21.5% (different metric def., harder test set)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Status: retraining with corrected class weights in progress</a:t>
            </a:r>
          </a:p>
        </p:txBody>
      </p:sp>
      <p:pic>
        <p:nvPicPr>
          <p:cNvPr id="6" name="Picture 5" descr="fig07_reco_categori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663440" cy="256489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Problem 1: Training Is Slow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3093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~30–50 min/epoch on 10 GB RTX 2080 Ti (full graph: ~150 tracks → ~23k edges/event)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10 GB VRAM forces small batches — the main slowdown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100 epochs ≈ days</a:t>
            </a:r>
          </a:p>
        </p:txBody>
      </p:sp>
      <p:pic>
        <p:nvPicPr>
          <p:cNvPr id="6" name="Picture 5" descr="fig10_epoch_ti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663440" cy="2590800"/>
          </a:xfrm>
          <a:prstGeom prst="rect">
            <a:avLst/>
          </a:prstGeom>
        </p:spPr>
      </p:pic>
      <p:pic>
        <p:nvPicPr>
          <p:cNvPr id="7" name="Picture 6" descr="fig02_training_lo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4023360"/>
            <a:ext cx="4663440" cy="179363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Problem 2: Hard-Threshold Pruning Loses Chains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Perfect ≈ (chain survives pruning) × (structure correct)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At thr 0.2, pruning kills ~30% of chains via edges and ~26% via nodes (overlap; edges dominate)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Only ~40% of surviving chains get the exact LCA structure right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Two bottlenecks: greedy hard threshold, and classification quality</a:t>
            </a:r>
          </a:p>
        </p:txBody>
      </p:sp>
      <p:pic>
        <p:nvPicPr>
          <p:cNvPr id="6" name="Picture 5" descr="fig06_chain_surviva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66344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7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Pruning Heads Are Strong — It's the Threshold, Not the Heads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3093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Edge-pruning AUC: 0.999 (CERN) / 1.000 (public)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Node-pruning AUC: 0.974 / 0.997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Ranking is nearly perfect — yet the 0.2 cut still deletes true edges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Data note: public data has LCA class-2/3 edges; CERN MC almost none</a:t>
            </a:r>
          </a:p>
        </p:txBody>
      </p:sp>
      <p:pic>
        <p:nvPicPr>
          <p:cNvPr id="6" name="Picture 5" descr="fig04_05_pruning_ro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663440" cy="2075574"/>
          </a:xfrm>
          <a:prstGeom prst="rect">
            <a:avLst/>
          </a:prstGeom>
        </p:spPr>
      </p:pic>
      <p:pic>
        <p:nvPicPr>
          <p:cNvPr id="7" name="Picture 6" descr="fig11_data_compa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3657600"/>
            <a:ext cx="4663440" cy="1865376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8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Fix 1 (Edges): Top-k Per Track Instead of a Global Threshold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6751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Per track, keep its top-k most confident edges (k≈10–20) instead of a fixed 0.2 cut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Hard compute cap: ≤ N×k (~1.5k pairs) vs ~11k fully connected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Inside top-k, keep low-confidence true edges — LCA classifier decides their class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Why not “keep everything + soft weights”: tree reconstruction is a discrete clustering — weights have no entry point; all background edges would merge the event into one cluster</a:t>
            </a:r>
          </a:p>
          <a:p>
            <a:pPr>
              <a:spcAft>
                <a:spcPts val="800"/>
              </a:spcAft>
            </a:pPr>
            <a:r>
              <a:rPr sz="1500">
                <a:solidFill>
                  <a:srgbClr val="333333"/>
                </a:solidFill>
              </a:rPr>
              <a:t>•  Pure decode change — testable on existing models immediately</a:t>
            </a:r>
          </a:p>
        </p:txBody>
      </p:sp>
      <p:pic>
        <p:nvPicPr>
          <p:cNvPr id="6" name="Picture 5" descr="fig12_eb2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97680" cy="222046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9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Fix 2 (Nodes): Train With a Smooth Pruning Mask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Nodes and edges have very different scales (~150 vs ~23k/event) → need different fixes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Make node keep/drop a smooth mask during training (temperature-annealed)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The model “experiences” pruning and becomes robust to it (closes train/inference gap)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Fully vectorized tensor ops → GPU-parallel, negligible cost</a:t>
            </a:r>
          </a:p>
          <a:p>
            <a:pPr>
              <a:spcAft>
                <a:spcPts val="800"/>
              </a:spcAft>
            </a:pPr>
            <a:r>
              <a:rPr sz="1800">
                <a:solidFill>
                  <a:srgbClr val="333333"/>
                </a:solidFill>
              </a:rPr>
              <a:t>•  Motivation: on CERN data, node pruning alone kills ~26% of chains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10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Fix 3: Choose the Best Reconstruction Among Candidates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6751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The greedy reconstruction has no backtracking; softer candidates can yield several plausible trees per event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Add a small MLP that scores each candidate tree (size, edge confidence, isolation from background) and selects the most plausible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Needs one extra supervised training step (labels = truth-matching tree)</a:t>
            </a:r>
          </a:p>
        </p:txBody>
      </p:sp>
      <p:pic>
        <p:nvPicPr>
          <p:cNvPr id="6" name="Picture 5" descr="fig12_eb2_schema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89520" y="1234440"/>
            <a:ext cx="4297680" cy="222046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11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Expected Impact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234440"/>
            <a:ext cx="63093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Current (inactive-weights model, thr 0.2): 27.7% per-chain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After retraining with corrected weights: ~42–50%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Retrain + the three fixes: ~55–65% per-chain (≈43–51% per-event)</a:t>
            </a:r>
          </a:p>
          <a:p>
            <a:pPr>
              <a:spcAft>
                <a:spcPts val="800"/>
              </a:spcAft>
            </a:pPr>
            <a:r>
              <a:rPr sz="1600">
                <a:solidFill>
                  <a:srgbClr val="333333"/>
                </a:solidFill>
              </a:rPr>
              <a:t>•  Caveats: estimates anchored on paper class accuracies; CERN lacks class-2/3; hyper-parameters not tuned</a:t>
            </a:r>
          </a:p>
        </p:txBody>
      </p:sp>
      <p:pic>
        <p:nvPicPr>
          <p:cNvPr id="6" name="Picture 5" descr="fig08_expected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23760" y="1234440"/>
            <a:ext cx="4663440" cy="28498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6446520"/>
            <a:ext cx="111556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100">
                <a:solidFill>
                  <a:srgbClr val="666666"/>
                </a:solidFill>
              </a:rPr>
              <a:t>Qingxiang Guo · UCAS · DFEI group meeting · Aug 11, 2026      12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228600"/>
            <a:ext cx="111556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000" b="1">
                <a:solidFill>
                  <a:srgbClr val="1F4E79"/>
                </a:solidFill>
              </a:rPr>
              <a:t>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548640" y="932688"/>
            <a:ext cx="11064240" cy="381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37160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</a:rPr>
              <a:t>•  Finish &amp; evaluate the CERN retrain (v31); re-evaluate the public retrain (v30) at thr 0.2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</a:rPr>
              <a:t>•  Implement the edge top-k change (decode-only) and test on existing models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</a:rPr>
              <a:t>•  Put the node smooth-mask training + selection MLP into the next retrain</a:t>
            </a:r>
          </a:p>
          <a:p>
            <a:pPr>
              <a:spcAft>
                <a:spcPts val="800"/>
              </a:spcAft>
            </a:pPr>
            <a:r>
              <a:rPr sz="1900">
                <a:solidFill>
                  <a:srgbClr val="333333"/>
                </a:solidFill>
              </a:rPr>
              <a:t>•  Clarify with the group the track-sorting issue in the current CERN production data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