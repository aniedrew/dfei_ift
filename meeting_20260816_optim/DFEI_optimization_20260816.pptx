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郭清祥 · UCAS · DFEI · 2026-08-16     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4E79"/>
                </a:solidFill>
              </a:rPr>
              <a:t>DFEI 重建优化方案介绍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33333"/>
                </a:solidFill>
              </a:rPr>
              <a:t>从问题诊断到训练侧改进：B2 可微剪枝 · 源检测头 · Loss 再平衡 · 链级 LCA 判据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66666"/>
                </a:solidFill>
              </a:rPr>
              <a:t>郭清祥 · 中国科学院大学 · DFEI 组会 · 2026-08-16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郭清祥 · UCAS · DFEI · 2026-08-16    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评估指标：NoneIso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PerfectReco：重建出的链与 truth 完全一致（我们关心的核心指标）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AllParticles：所有信号粒子都被重建出来（可能含多余粒子）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NoneIso（非孤立）：重建链中混入了不属于该链的无关（背景）粒子 —— 链被污染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PartReco：只重建出链的一部分；NotFound：完全没找到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NoneIso 是 Perfect 之外最大的损失来源：v31 基线 NoneIso 高达 56.6%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根因：剪枝/重建把背景粒子错误连进真链（False Positive）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郭清祥 · UCAS · DFEI · 2026-08-16   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问题诊断：为什么信号链会丢失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链存活 = 所有节点 AND 所有正边同时保留（级联 AND 条件）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硬阈值剪枝 thr 0.2：edge 剪枝杀死 30.5% 的链，node 剪枝杀死 26.3%（高度重叠）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Loss 分解：tt_edges(×33) 占 81-91%，node 仅 5.8%，LCA 仅 1.5% → node/LCA 梯度投入严重不足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训练时全图学习、推理时硬剪枝 → train-inference gap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方案 F（seed-expand）实测失败：9 种子→73 节点（占全图 80%）= 等于不剪 → NoneIso 96.9%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教训：CERN 高连通图上“连通性”≈噪声本身，应关心“最物理”而非“最像树”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郭清祥 · UCAS · DFEI · 2026-08-16     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优化方案总览（5 项改进）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4E79"/>
                </a:solidFill>
              </a:rPr>
              <a:t>B2 可微剪枝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554480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</a:rPr>
              <a:t>训练时软掩码模拟剪枝，消除 train-inference gap（核心）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4E79"/>
                </a:solidFill>
              </a:rPr>
              <a:t>源检测头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23160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</a:rPr>
              <a:t>Rumor Centrality 训练化：监督 GNN 学“找根”（第6头）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39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4E79"/>
                </a:solidFill>
              </a:rPr>
              <a:t>Loss 再平衡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291839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</a:rPr>
              <a:t>w_node=10, w_lca=10：node/LCA 梯度占比提到 20-30%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4E79"/>
                </a:solidFill>
              </a:rPr>
              <a:t>LCA weights clip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160520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</a:rPr>
              <a:t>修复 CERN class2/3 零样本导致的 inf 权重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4E79"/>
                </a:solidFill>
              </a:rPr>
              <a:t>链级 LCA 判据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029200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</a:rPr>
              <a:t>推理侧：链内边平均 LCA 置信度过滤噪声链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郭清祥 · UCAS · DFEI · 2026-08-16    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B2：可微剪枝训练（核心，消除 gap）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做法：训练时对 node/edge weight 施加可微软掩码 mask = σ((w − cut) / τ)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消息传递在“被剪的图”上进行，梯度穿过掩码流回主干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阈值式软掩码（弃用 top-k：方案 F 已证明 top-k 在 CERN 上失控）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温度退火：τ 1.0 → 0.1（跨 100 epoch），从软到近硬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仅在最后一个 GN block 启用（与推理剪枝位置对齐），eval 自动关闭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参数：b2_cut=0.5, b2_k=0（纯阈值）, b2_tau_start=1.0, b2_tau_end=0.1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郭清祥 · UCAS · DFEI · 2026-08-16    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源检测头：Rumor Centrality 训练化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动机：真实衰变链是有清晰“根”（B 介子）的树；噪声团块无根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truth 链 → 根 = 链内 rumor centrality 最大的节点（truth 图结构算，无噪声）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head：节点级二分类“该节点是否为某链的根”，BCE 损失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RC 位于重建最后一步，面对相对干净的信息 → 其“找根”能力可作监督信号进训练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让主干显式学“根-叶结构”，与推理侧 RC（找根）对齐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w_source=5.0；标签生成复用 chain_center_score（truth_chain_roots）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郭清祥 · UCAS · DFEI · 2026-08-16    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Loss 再平衡 + LCA weights clip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原 combined = LCA + 1·t_nodes + 33·tt_edges + pv_asso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tt_edges 占 91%，node/LCA 欠投入 → 模型动力学不足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新 combined = LCA + 10·t_nodes + 33·tt_edges + pv_asso + 5·source_loss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LCA weights clip：CERN 数据 class2/3 样本为 0 → 权重 inf → CrossEntropyLoss inf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修复：nan_to_num(inf→1e3) + clamp(≤1e3)，与 FT 处理一致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郭清祥 · UCAS · DFEI · 2026-08-16     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链级 LCA 物理判据（推理侧）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“最物理”而非“最像树”：真链的链内边是模型高置信的物理关系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conf = 链内边被判类别的平均 softmax 概率（高=物理自洽）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过滤：conf &lt; thr 的链剔除 → 压低 NoneIso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与“放宽剪枝”组合：放宽剪枝（thr 0.7）管“别剪掉真的”，LCA 过滤管“别留下假的”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评估时扫描 conf_thr ∈ {0.0, 0.3, 0.5}；chain_lca_record 模式可后处理多阈值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郭清祥 · UCAS · DFEI · 2026-08-16    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v36（B2+源检测头）训练结果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起点 v35 best（ep68, val 35.955）→ v36 续训至 ep94（早停）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val best 35.58 @ep79（优于 v35 的 35.70）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B2 温度退火正常：ep70 τ=0.37 → ep80 τ=0.28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source_loss 缓慢下降：0.0387 → 0.0338（源检测头在学习）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⚠️ v36 自动评估用 thr0.7（口径与 v31 基线 thr0.9 不同）→ 需同口径对比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已提交：v36+thr0.9（公平对比）、v36+thr0.7+chain_lca（组合验证）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郭清祥 · UCAS · DFEI · 2026-08-16    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评估矩阵（训练后）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A. 基线（v31, thr 0.9）：Perfect 23.9%, NoneIso 56.6%  ← 对照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B. 放宽剪枝（thr 0.7）：降低真链误杀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C. B + chain_lca_filter（conf 0.3/0.5 扫描）：链级物理判据（主过滤）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D. + B2 训练（v36）：打分更可信 → 过滤更有效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E. D + 源检测头叠加验证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</a:rPr>
              <a:t>•  指标：per-chain Perfect/NoneIso, per-event Perfect, 候选边数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郭清祥 · UCAS · DFEI · 2026-08-16    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等待两个评估作业完成（v36+thr0.9 公平对比 / v36+thr0.7+chain_lca）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用同口径（thr0.9）对比 v31 vs v36，判断 B2+源检测头的真实收益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v35 自动评估因 GPU 驱动崩溃（CUDA driver error），用独立评估脚本重跑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333333"/>
                </a:solidFill>
              </a:rPr>
              <a:t>•  若 B2 有效 → 继续调 b2_cut / w_source；若无效 → 回退到 thr0.9 + chain_lca 组合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