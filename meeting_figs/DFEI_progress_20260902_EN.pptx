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F4E79"/>
                </a:solidFill>
                <a:latin typeface="Calibri"/>
              </a:rPr>
              <a:t>Optimizing DFEI: The Full Two-Month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333333"/>
                </a:solidFill>
                <a:latin typeface="Calibri"/>
              </a:rPr>
              <a:t>From a silent class-weight bug to physics-supervised representations — every attempt, explained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93776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666666"/>
                </a:solidFill>
                <a:latin typeface="Calibri"/>
              </a:rPr>
              <a:t>Qingxiang Guo · University of Chinese Academy of Sciences · 2026-09-02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4E79"/>
                </a:solidFill>
                <a:latin typeface="Calibri"/>
              </a:rPr>
              <a:t>Roadmap of Every Optimization Attempt</a:t>
            </a:r>
          </a:p>
          <a:p>
            <a:r>
              <a:rPr sz="1300">
                <a:solidFill>
                  <a:srgbClr val="666666"/>
                </a:solidFill>
                <a:latin typeface="Calibri"/>
              </a:rPr>
              <a:t>Color code: green = kept · red = abandoned · orange = in progress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280160"/>
          <a:ext cx="1078992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/>
                <a:gridCol w="2697480"/>
                <a:gridCol w="2697480"/>
                <a:gridCol w="2697480"/>
              </a:tblGrid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What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Result (PerfectReco @thr0.9)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v31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Class-weight bug fixed (baseline)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23.9%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kept</a:t>
                      </a:r>
                    </a:p>
                  </a:txBody>
                  <a:tcPr marL="54864" marR="54864" marT="18288" marB="18288"/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v36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B2 differentiable pruning + source head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26.3%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kept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v37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class2 weighting + chain-LCA hinge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27.3%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kept</a:t>
                      </a:r>
                    </a:p>
                  </a:txBody>
                  <a:tcPr marL="54864" marR="54864" marT="18288" marB="18288"/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v38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chain-LCA CE + b2 cut 0.85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29.3%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kept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v39-42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PV clustering (train on subgraphs)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26.3% (degrades model)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closed</a:t>
                      </a:r>
                    </a:p>
                  </a:txBody>
                  <a:tcPr marL="54864" marR="54864" marT="18288" marB="18288"/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v46-47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Mass head (physics supervision)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32.7%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kept (best)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v48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mass + struct + mom together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29.0% (competition)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rejected</a:t>
                      </a:r>
                    </a:p>
                  </a:txBody>
                  <a:tcPr marL="54864" marR="54864" marT="18288" marB="18288"/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v50-52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Single-head ablation (struct/mom)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struct +3.1, mom +2.4 (small-set)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guide next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v53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Asymmetric latent dims (32/24)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trained 74/150 ep, not converged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resume</a:t>
                      </a:r>
                    </a:p>
                  </a:txBody>
                  <a:tcPr marL="54864" marR="54864" marT="18288" marB="18288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566928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Also: public-data verification (v45/v49), chain-criteria AUC, learned-DA clustering (in dev)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4E79"/>
                </a:solidFill>
                <a:latin typeface="Calibri"/>
              </a:rPr>
              <a:t>Starting Point: The Code Worked, But a Bug Silenced the Signal</a:t>
            </a:r>
          </a:p>
          <a:p>
            <a:r>
              <a:rPr sz="1300">
                <a:solidFill>
                  <a:srgbClr val="666666"/>
                </a:solidFill>
                <a:latin typeface="Calibri"/>
              </a:rPr>
              <a:t>v31 baseline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 DFEI = full-event GNN: classifies LCAG edges (4 classes), prunes nodes/edges, associates tracks to PVs, rebuilds all decay chains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 Bug found in inherited code: config key LCA__weights (double underscore) — the class weights never reached the loss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    –  → class1 (parent-child) accuracy stuck at ~0%: model learned only the dominant class0 background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 Second gap: training on full graphs vs. hard-threshold pruning at inference (train-inference gap)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 Baseline after the fix: PerfectReco 23.9%, AllParticles 43.4%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4E79"/>
                </a:solidFill>
                <a:latin typeface="Calibri"/>
              </a:rPr>
              <a:t>Optimization Line v31 → v38 (each step verified)</a:t>
            </a:r>
          </a:p>
          <a:p>
            <a:r>
              <a:rPr sz="1300">
                <a:solidFill>
                  <a:srgbClr val="666666"/>
                </a:solidFill>
                <a:latin typeface="Calibri"/>
              </a:rPr>
              <a:t>PerfectReco 23.9% → 29.3%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B2: differentiable pruning — soft mask w·σ((w−cut)/τ), τ annealed 1.0→0.1, cut aligned to inference (0.5→0.7→0.85)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    –  trains the model on the same pruned graphs inference sees → removes the train-inference gap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class2 weighting: same-mother (sister) edges are the structural bottleneck; weight 3.0 → 2.0 after 3.0 hurt class1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In-chain LCA consistency (truth-chain edges only): hinge (chains stay confident) + CE on chain-edge classes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    –  structural edges are only ~0.1% of all edges — direct CE on them stops class0 from diluting the signal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Source head: train the backbone to predict the chain root (Rumor-Centrality argmax node, BCE)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4E79"/>
                </a:solidFill>
                <a:latin typeface="Calibri"/>
              </a:rPr>
              <a:t>PV Clustering (v39-42): Tried, Understood, Closed</a:t>
            </a:r>
          </a:p>
          <a:p>
            <a:r>
              <a:rPr sz="1300">
                <a:solidFill>
                  <a:srgbClr val="666666"/>
                </a:solidFill>
                <a:latin typeface="Calibri"/>
              </a:rPr>
              <a:t>Why: reduce cross-chain interference in high-multiplicity events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Idea: split the event into per-PV subgraphs, rebuild chains independently, merge — fewer nodes per graph (20-30 vs 91-139)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Training on subgraphs (trainable cluster head + Gumbel + curriculum) was the failure: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    –  the backbone is only trained on subgraphs, but inference runs the GNN on the full graph first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    –  → full-graph forward ability degraded: class1 76.8% → 56.4%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Inference-only clustering (v38 weights + pv_asso head) showed no gain (28.7% vs 29.3% baseline)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Conclusion: train/infer graph mismatch is not fixable by val-side alignment → line closed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4E79"/>
                </a:solidFill>
                <a:latin typeface="Calibri"/>
              </a:rPr>
              <a:t>New Direction: Output-Side Physics Supervision</a:t>
            </a:r>
          </a:p>
          <a:p>
            <a:r>
              <a:rPr sz="1300">
                <a:solidFill>
                  <a:srgbClr val="666666"/>
                </a:solidFill>
                <a:latin typeface="Calibri"/>
              </a:rPr>
              <a:t>Keep end-to-end; force the latent space to carry physics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Instead of hand-crafting physics into the input, supervise the representations with physical targets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Three auxiliary heads on top of the shared backbone: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    –  mass head (edge-level): regress log10(m_ππ) of each track pair — resonance structure = sister information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    –  struct head (node-level): regress depth (BFS to chain centroid) + RC value — where the node sits in the tree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    –  mom head (node-level): regress normalized track momentum — nodes were linearly unreadable for p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Why this way: physical quantities are data-intrinsic (computed from tracks), no new labels needed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Verify with linear probes (PhyIP-style): can a frozen backbone read physics from its own representations?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4E79"/>
                </a:solidFill>
                <a:latin typeface="Calibri"/>
              </a:rPr>
              <a:t>Mass Head (v46-47, masshead2): The Big Win</a:t>
            </a:r>
          </a:p>
          <a:p>
            <a:r>
              <a:rPr sz="1300">
                <a:solidFill>
                  <a:srgbClr val="666666"/>
                </a:solidFill>
                <a:latin typeface="Calibri"/>
              </a:rPr>
              <a:t>Edge-level log10(m_ππ) regression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7899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Motivation: edges connect two tracks; the pair mass under the pion hypothesis is cheap and physics-loaded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    –  same-mother pairs sit near resonance masses → mass supervision forces the edge representation to encode sister relations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Setup: SmoothL1 on log10(m_MeV), mask the px≈py≈pz≈-1 sentinel edges; loss weight 1.0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Result (20 test files, thr 0.9) — v38 → masshead2: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    –  AllParticles 52.1% → 55.9%  (+3.8pp)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    –  PerfectReco 29.3% → 32.7%  (+3.4pp)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    –  LCAG class2 (sister) 44.7% → 51.1%  (+6.4pp)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Linear probe: edge repr → mass, R² = 0.003 → 0.930 (frozen backbone)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4E79"/>
                </a:solidFill>
                <a:latin typeface="Calibri"/>
              </a:rPr>
              <a:t>Structure Head: Where a Node Sits in the Tree</a:t>
            </a:r>
          </a:p>
          <a:p>
            <a:r>
              <a:rPr sz="1300">
                <a:solidFill>
                  <a:srgbClr val="666666"/>
                </a:solidFill>
                <a:latin typeface="Calibri"/>
              </a:rPr>
              <a:t>Node-level depth + RC regression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7899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Motivation: the source head only predicts the root (1 bit). The node position in the tree is richer: depth and Rumor Centrality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    –  source-head roots are the track-graph centroid, not necessarily the B — most tracks are final-state particles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Setup: depth = BFS distance to the chain centroid; RC = rumor-centrality value; both regressed (SmoothL1)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Ablation (from masshead2 best, 10 more epochs, small 5-file eval):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    –  baseline (mass only):  AllParticles 51.4 / Perfect 29.7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    –  + struct head:        AllParticles 54.5 (+3.1) / Perfect 30.5 (+0.8)  ← best single head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Struct head also improved LCAG class3 (grandparent) 60.8% → 63.2%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4E79"/>
                </a:solidFill>
                <a:latin typeface="Calibri"/>
              </a:rPr>
              <a:t>Momentum Head: Fixing a Silent Deficit</a:t>
            </a:r>
          </a:p>
          <a:p>
            <a:r>
              <a:rPr sz="1300">
                <a:solidFill>
                  <a:srgbClr val="666666"/>
                </a:solidFill>
                <a:latin typeface="Calibri"/>
              </a:rPr>
              <a:t>Node-level normalized p regression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Diagnosis via linear probe: node representations are linearly unreadable for px/py/pz (R² ≈ 0)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    –  graph_norm + ReLU in the blocks scramble the momentum information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Setup: regress normalized track momentum (px_n, py_n, pz_n) from the node representation (SmoothL1)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Ablation result (same protocol as struct): +mom head → AllParticles 53.8 (+2.4) / Perfect 30.5 (+0.8)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Lesson: a "silent" missing physical quantity can be found by probing and fixed by supervising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4E79"/>
                </a:solidFill>
                <a:latin typeface="Calibri"/>
              </a:rPr>
              <a:t>Why Did mass+struct+mom Together Fail? (v48)</a:t>
            </a:r>
          </a:p>
          <a:p>
            <a:r>
              <a:rPr sz="1300">
                <a:solidFill>
                  <a:srgbClr val="666666"/>
                </a:solidFill>
                <a:latin typeface="Calibri"/>
              </a:rPr>
              <a:t>Gradient competition, quantified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280160"/>
          <a:ext cx="56692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Loss component (ep114)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v47 masshead2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v48 combined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LCA (main task)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0.538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0.559</a:t>
                      </a:r>
                    </a:p>
                  </a:txBody>
                  <a:tcPr marL="54864" marR="54864" marT="18288" marB="18288"/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mass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0.105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0.045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struct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0.307</a:t>
                      </a:r>
                    </a:p>
                  </a:txBody>
                  <a:tcPr marL="54864" marR="54864" marT="18288" marB="18288"/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mom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0.525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aux heads total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0.105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0.877</a:t>
                      </a:r>
                    </a:p>
                  </a:txBody>
                  <a:tcPr marL="54864" marR="54864" marT="18288" marB="18288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29768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In v48 the three auxiliary heads sum to 0.877 ≈ 1.6× the main LCA loss 0.559 → auxiliary gradients dominate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LCAG accuracy did NOT drop (class1 even rose) — but reconstruction dropped 5pp: the shared representations were pulled toward the aux tasks at the expense of pruning/reconstruction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Solution for the next version: lower aux weights (mom 0.2, struct 0.3) so supervision guides without dominating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4E79"/>
                </a:solidFill>
                <a:latin typeface="Calibri"/>
              </a:rPr>
              <a:t>Evidence: Physics Is Readable From the Representations</a:t>
            </a:r>
          </a:p>
          <a:p>
            <a:r>
              <a:rPr sz="1300">
                <a:solidFill>
                  <a:srgbClr val="666666"/>
                </a:solidFill>
                <a:latin typeface="Calibri"/>
              </a:rPr>
              <a:t>Linear probes on the frozen backbone (Ridge regression)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371600"/>
          <a:ext cx="107899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640"/>
                <a:gridCol w="3596640"/>
                <a:gridCol w="3596640"/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Probe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v38 (no physics supervision)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masshead2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edge repr → log10(m_ππ)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R² = 0.003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R² = 0.930</a:t>
                      </a:r>
                    </a:p>
                  </a:txBody>
                  <a:tcPr marL="54864" marR="54864" marT="18288" marB="18288"/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node repr → p (px/py/pz)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R² ≈ 0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R² ≈ 0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320040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The mass supervision literally moves mass information into the edge representation — the end-to-end "physics in latent" claim holds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Nodes are still unreadable for momenta → motivated the momentum head (S9); to be re-probed after mom-head training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4E79"/>
                </a:solidFill>
                <a:latin typeface="Calibri"/>
              </a:rPr>
              <a:t>Asymmetric Latent Dimensions (v53)</a:t>
            </a:r>
          </a:p>
          <a:p>
            <a:r>
              <a:rPr sz="1300">
                <a:solidFill>
                  <a:srgbClr val="666666"/>
                </a:solidFill>
                <a:latin typeface="Calibri"/>
              </a:rPr>
              <a:t>Physics degrees-of-freedom analysis → widen tracks to 32, tt edges to 24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7899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Observation: node representation (16 dims) must carry ~12-14 physical DOF (position, momentum, PID, mass...) AND serve 9 heads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    –  16 dims sits at the lower bound; edges need ~7-9 DOF but also compete with heads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Setup: tracks nodes 32-dim, tracks_tracks edges 24-dim, rest stays 16; from-scratch training, v38 stack + mass head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Status: interrupted at epoch 74/150 (job limit); from-scratch not converged yet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    –  best val_combined 39.9 vs v38-series ~35.6 → needs resume to 150 epochs before judging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    –  preliminary eval (74ep): All 38.5 / Perfect 22.8 — NOT representative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Plan: resume to 150 ep; then layer struct+mom on top with low weights (S10)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4E79"/>
                </a:solidFill>
                <a:latin typeface="Calibri"/>
              </a:rPr>
              <a:t>Public-Data Verification (v45/v49)</a:t>
            </a:r>
          </a:p>
          <a:p>
            <a:r>
              <a:rPr sz="1300">
                <a:solidFill>
                  <a:srgbClr val="666666"/>
                </a:solidFill>
                <a:latin typeface="Calibri"/>
              </a:rPr>
              <a:t>Independent check of the v38 stack on the published dataset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Published LHCb data (arXiv:2304.08610, converted_LHCbcollision): no PID features, class2/3 edge counts differ 4-14× from CERN MC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v38 stack first run interrupted at ep66 (best ep51); resume ep66→88/73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    –  resume best: val_combined 33.4 @ep73 (was 33.2 @ep51 pre-resume)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ep88/73 evaluation queued (watchdog to grab any free GPU)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Caveat: the paper reports results on its own pipeline/data; our stack needs adaptation (PID-less) before a fair head-to-head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4E79"/>
                </a:solidFill>
                <a:latin typeface="Calibri"/>
              </a:rPr>
              <a:t>Results Summary (all CERN MC, thr 0.9)</a:t>
            </a:r>
          </a:p>
          <a:p>
            <a:r>
              <a:rPr sz="1300">
                <a:solidFill>
                  <a:srgbClr val="666666"/>
                </a:solidFill>
                <a:latin typeface="Calibri"/>
              </a:rPr>
              <a:t>Full 20-file eval unless noted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280160"/>
          <a:ext cx="107899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7984"/>
                <a:gridCol w="2157984"/>
                <a:gridCol w="2157984"/>
                <a:gridCol w="2157984"/>
                <a:gridCol w="2157984"/>
              </a:tblGrid>
              <a:tr h="444137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AllParticles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PerfectReco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class2 acc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v31 (bug-fixed baseline)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43.4%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23.9%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~41%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54864" marR="54864" marT="18288" marB="18288"/>
                </a:tc>
              </a:tr>
              <a:tr h="444137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v38 (optimization line)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52.1%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29.3%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~48%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v47 masshead2 (best)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55.9%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32.7%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51.1%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+3.4pp Perfect</a:t>
                      </a:r>
                    </a:p>
                  </a:txBody>
                  <a:tcPr marL="54864" marR="54864" marT="18288" marB="18288"/>
                </a:tc>
              </a:tr>
              <a:tr h="444137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v48 comb (rejected)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50.6%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29.0%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50.4%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aux gradient competition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v50-52 ablation (5-file)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51.4/53.8/54.5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29.7/30.5/30.5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base/mom/struct</a:t>
                      </a:r>
                    </a:p>
                  </a:txBody>
                  <a:tcPr marL="54864" marR="54864" marT="18288" marB="18288"/>
                </a:tc>
              </a:tr>
              <a:tr h="444138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v53 asym (74ep, WIP)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38.5%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22.8%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not converged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572000"/>
            <a:ext cx="10789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masshead2 remains the best model — physics supervision works and is reproducible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Ablation numbers use a small 5-file eval set, directionally valid, not comparable to the full-eval rows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4E79"/>
                </a:solidFill>
                <a:latin typeface="Calibri"/>
              </a:rPr>
              <a:t>Trigger Perspective: Candidate-Chain Scoring</a:t>
            </a:r>
          </a:p>
          <a:p>
            <a:r>
              <a:rPr sz="1300">
                <a:solidFill>
                  <a:srgbClr val="666666"/>
                </a:solidFill>
                <a:latin typeface="Calibri"/>
              </a:rPr>
              <a:t>Full-event PerfectReco is the wrong metric for a trigger 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Question: for HLT2-style selection what matters is candidate-chain classification, not full-event recovery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Chain criteria from model outputs (masshead2, 20 events):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    –  truth chains vs model-pruned components (realistic): AUC ≈ 0.78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    –  vs random combos (easy): AUC ≈ 0.90; strongest single feature struct_conf 0.956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Chain scorer (head 5) code is ready, training script written — needs GPU to train and to measure properly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Timing: ~12 ms/event on GPU today; HLT2 would need 10-100× compression (distillation/pruning)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4E79"/>
                </a:solidFill>
                <a:latin typeface="Calibri"/>
              </a:rPr>
              <a:t>New Direction: Learned Deterministic Annealing (PV)</a:t>
            </a:r>
          </a:p>
          <a:p>
            <a:r>
              <a:rPr sz="1300">
                <a:solidFill>
                  <a:srgbClr val="666666"/>
                </a:solidFill>
                <a:latin typeface="Calibri"/>
              </a:rPr>
              <a:t>Inference-side clustering with learnable affinity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PV clustering was closed because training on subgraphs hurt the model — not because clustering is useless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Learned DA (CMS-style): a trained MLP provides affinity (track→PV), deterministic annealing does soft assignment with adaptive cluster count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    –  no Gumbel sampling, no training-side subgraph split — pure inference-side clustering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Core DA module implemented + CPU-verified (annealing schedule, adaptive splitting, merge post-processing)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Next: plug GNN latent representations as the affinity source and evaluate on PV-finding / chain quality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4E79"/>
                </a:solidFill>
                <a:latin typeface="Calibri"/>
              </a:rPr>
              <a:t>Open Questions for the Group</a:t>
            </a:r>
          </a:p>
          <a:p>
            <a:r>
              <a:rPr sz="1300">
                <a:solidFill>
                  <a:srgbClr val="666666"/>
                </a:solidFill>
                <a:latin typeface="Calibri"/>
              </a:rPr>
              <a:t>Application form is the key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7899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Q1 — Trigger assistance (candidate scoring) vs full-event reconstruction: which metric would the collaboration trust?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Q2 — Track-level parent-child relations are physically rare; is "same-source clustering" (class2) the real problem to solve?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Q3 — Invariant mass is analytic in HLT2: what is the GNN’s genuine added value — structure/context, not kinematics?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Q4 — Could DFEI same-source clusters feed a transformer flavor tagger (same-side tagging inputs)?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Q5 — Realistic HLT2 / Upgrade-II time budget for a lightweight GNN per event?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Q6 — Is physics supervision (mass/depth/momentum + linear probes) a direction worth pursuing? Better physical targets?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4E79"/>
                </a:solidFill>
                <a:latin typeface="Calibri"/>
              </a:rPr>
              <a:t>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Resume asymmetric training to 150 ep; then layer struct + mom with low weights (0.3 / 0.2) on top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Run the queued evaluations (masshead2 best, public ep73) as soon as GPUs free up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Train the chain scorer; measure candidate-chain AUC on a full evaluation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Plug GNN latent affinity into learned DA; compare PV clustering vs current association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Re-probe node representations after mom-head training (did the R²≈0 deficit get fixed?)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4E79"/>
                </a:solidFill>
                <a:latin typeface="Calibri"/>
              </a:rPr>
              <a:t>Backup: Data &amp; Setup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Data: LHCb Upgrade-I Run-3 MC, ~150 tracks/event, normalized, 200 train / 20 val / 20 test files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Public dataset (converted_LHCbcollision) for independent verification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Hardware: single GPU (10 GB cap), batch 8, ~40-60 min/epoch; long queues under heavy cluster load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All changes reproducible from config files in the repo (version log maintained)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