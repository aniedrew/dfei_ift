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03120"/>
            <a:ext cx="5394960" cy="32732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Differentiable Pruning with Annealing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training–inference alignment: soft mask w_eff = w·σ((w−cut)/τ), τ annealed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Rewarding the Chain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why chains die · the rewards (hinge, chain-CE) · evidence it works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Supervising Representations with Physics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linear probes first · the head zoo · depth &amp; RC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Why Extend the Latent Space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more heads made things worse · size it from the physical DOF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5 — Other Ongoing 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Why Chains Die (1/2): The Class Imbalance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Structural edges are ~0.1% and the hardest to classify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each structural class is ~0.04%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GNN is weakest exactly on the rarest classes — especially class 2 (sister)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Per-class accuracy: worst exactly on the rare structural classes</a:t>
            </a:r>
          </a:p>
        </p:txBody>
      </p:sp>
      <p:pic>
        <p:nvPicPr>
          <p:cNvPr id="6" name="Picture 5" descr="chain_lca_imbalanc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060254"/>
          </a:xfrm>
          <a:prstGeom prst="rect">
            <a:avLst/>
          </a:prstGeom>
        </p:spPr>
      </p:pic>
      <p:pic>
        <p:nvPicPr>
          <p:cNvPr id="7" name="Picture 6" descr="chain_lca_imbalance_a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40480"/>
            <a:ext cx="5394960" cy="2061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without extra supervision, the classifier barely learns classes 1/2/3 — the rewards exist to fix this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Why Chains Die (2/2): One Misclassified Edge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 survival needs every structural edge correct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At inference, an edge the classifier calls class 0 is pruned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ANY structural edge of a chain is misclassified,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rewards (next slides) supervise truth-chain edge classes directly → chains survive</a:t>
            </a:r>
          </a:p>
        </p:txBody>
      </p:sp>
      <p:pic>
        <p:nvPicPr>
          <p:cNvPr id="6" name="Picture 5" descr="chain_lca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chain survival depends on every structural edge being classified correctly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The Root Cause: Class-0 Dilution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Why the standard classifier fails on chain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structural classes 1/2/3 together are ~0.1%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main LCAG loss is a global cross-entropy over every edge → its gradient is ~99.9% "predict background"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Consequence: rare structural edges are undertrained → misclassified → chains break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fix: reward the chain — class-2 weighting (3.0 → 2.0), then hinge (v37), then chain-CE (v38)</a:t>
            </a:r>
          </a:p>
        </p:txBody>
      </p:sp>
      <p:pic>
        <p:nvPicPr>
          <p:cNvPr id="6" name="Picture 5" descr="chain_lca_di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5394960" cy="23508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 ~1000 background edges per structural edge, the global CE alone cannot teach the model classes 1/2/3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1 (v37): Hinge — Confidence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that pays out when chain edges are confidently 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It is a loss term that behaves like a reward: be confident on a chain edge → pay nothing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Confidence comes from the LCAG head: per-edge 4-class softmax (p0…p3), confidence = max(pk)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Penalty = max(0, margin − confidence), margin 0.3 → zero once confidence ≥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Paid ONLY on truth-chain edges — the true chains are known from MC truth during training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Role: chain edges give the global CE almost no gradient → hinge keeps them confident; CE (next) fixes "which class"</a:t>
            </a:r>
          </a:p>
        </p:txBody>
      </p:sp>
      <p:pic>
        <p:nvPicPr>
          <p:cNvPr id="6" name="Picture 5" descr="chain_lca_hinge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hing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hinge is a training-only confidence bonus on chain edges — confidence = max(pk), not the pruning weight 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2 (v38): Chain-CE — Correctness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for being the RIGHT class, on chain edges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CE = −log(p_true): p_true is the probability the model assigns to the edge’s TRUE class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Right and confident (p_true → 1) → penalty ≈ 0; unsure or wrong → penalty large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(v38): added ON TOP of the hinge, paid on truth-chain edges (classes 1/2/3) → direct, undiluted gradient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v37 → v38 (weight 2.0 + chain-CE + cut 0.85): PerfectReco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2 (v31 → v38): 23.9% → 29.3%</a:t>
            </a:r>
          </a:p>
        </p:txBody>
      </p:sp>
      <p:pic>
        <p:nvPicPr>
          <p:cNvPr id="6" name="Picture 5" descr="chain_lca_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5054"/>
          </a:xfrm>
          <a:prstGeom prst="rect">
            <a:avLst/>
          </a:prstGeom>
        </p:spPr>
      </p:pic>
      <p:pic>
        <p:nvPicPr>
          <p:cNvPr id="7" name="Picture 6" descr="chain_lca_c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same function as the global CE — the reward is WHERE it is paid (chain edges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The Strategy Works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Rewards raise PerfectReco and per-class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Reward line builds on Part 1 (pruning, v36: 26.3%)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26.3% → 27.3%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Per-class accuracy (v31 → v38): class1 67.8 → 76.8; class2 41.3 → 47.9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 evaluation: CERN MC, thr 0.9, 20 test files</a:t>
            </a:r>
          </a:p>
        </p:txBody>
      </p:sp>
      <p:pic>
        <p:nvPicPr>
          <p:cNvPr id="6" name="Picture 5" descr="reward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5394960" cy="1808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the rewards directly improve the structural classes the global CE ignores — chains survive more often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First, Check: Physics is Invisible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Linear probes show what the backbone does NOT encode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Probe: freeze the backbone, fit one linear layer, try to read a physical quantity from the representation (top right)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the quantity is not in the representation, the probe fails: R² ≈ 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Before any physics head: mass R² = 0.003, momentum R² ≈ 0 — physics is lost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So we added heads that supervise physics directly (head zoo, next)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After mass supervision (masshead2): edge mass R² = 0.930; PerfectReco 29.3 → 32.7, class2 44.7 → 51.1</a:t>
            </a:r>
          </a:p>
        </p:txBody>
      </p:sp>
      <p:pic>
        <p:nvPicPr>
          <p:cNvPr id="6" name="Picture 5" descr="probe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probe_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1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the backbone does not encode physics by itself — it must be supervised into the representation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The Head Zoo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backbone, many supervised targets — new heads in green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Original heads (blue): the reconstruction machinery — classify, prune, assign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New heads (green): supervise physical / structural quantities directly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(v36) — chain root · mass — log10 m_ππ · struct — depth + RC · mom —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 backbone, different targets: supervision writes the physics into the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554480"/>
            <a:ext cx="1234440" cy="429768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shared GNN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backbone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node + edge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representations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LCAG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edge class 0-3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node prune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keep/remove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09960" y="48463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edge prune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keep/remove 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source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root (RC)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mass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log10 m_ππ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09960" y="32461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struct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depth + RC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645920"/>
            <a:ext cx="1417320" cy="1143000"/>
          </a:xfrm>
          <a:prstGeom prst="roundRect">
            <a:avLst/>
          </a:prstGeom>
          <a:solidFill>
            <a:srgbClr val="EAFAF1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mom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normalized 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6459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PV asso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PV assignment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09960" y="1645920"/>
            <a:ext cx="1417320" cy="114300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scorer</a:t>
            </a:r>
          </a:p>
          <a:p>
            <a:pPr algn="ctr"/>
            <a:r>
              <a:rPr sz="800" b="1">
                <a:solidFill>
                  <a:srgbClr val="333333"/>
                </a:solidFill>
                <a:latin typeface="Calibri"/>
              </a:rPr>
              <a:t>chain conf. (planned)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07808" y="52989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345168" y="52989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10945368" y="52989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607808" y="36987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9345168" y="36987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10945368" y="36987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607808" y="2098548"/>
            <a:ext cx="237744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45168" y="20985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10945368" y="2098548"/>
            <a:ext cx="109728" cy="237744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5989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333333"/>
                </a:solidFill>
                <a:latin typeface="Calibri"/>
              </a:rPr>
              <a:t>green = new physics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59893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333333"/>
                </a:solidFill>
                <a:latin typeface="Calibri"/>
              </a:rPr>
              <a:t>blue = original heads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Structure Head: Depth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How the "where in the tree" target is computed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Target: how far a node sits from the chain root (the B candidate)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Computed by BFS on the truth chain: root d=0 → children d=1 → grandchildren d=2 (right)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struct head regresses this depth from the node representation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Effect (5-file ablation): +struct → All 51.4 → 54.5, Perfect 29.7 → 30.5; class3 60.8 → 63.2</a:t>
            </a:r>
          </a:p>
        </p:txBody>
      </p:sp>
      <p:pic>
        <p:nvPicPr>
          <p:cNvPr id="6" name="Picture 5" descr="depth_ca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2253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depth labels the node’s role in the chain — supervising it forces the representation to encode tree position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Structure Head: Rumor Centrality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How the "is this the root?" score is computed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RC answers: which node is the source of the chain? (Shah &amp; Zaman)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For each candidate root v: root the tree there, measure subtree sizes τ(u)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log R(v) = −Σ log τ(u); the root maximizes it (right: B wins)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 head: regress the normalized RC value; source head (v36): predict the argmax root</a:t>
            </a:r>
          </a:p>
        </p:txBody>
      </p:sp>
      <p:pic>
        <p:nvPicPr>
          <p:cNvPr id="6" name="Picture 5" descr="rc_ca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2253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RC gives a physics-motivated "root-ness" target — no manual labels needed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Why Extend the Latent Space (1/2): More Heads Made Things Worse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Stacking supervisors on a fixed 16-dim space (v48) hurt the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at once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Reconstruction dropped 5pp (AllParticles 55.9 → 50.6) although LCAG accuracy did not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Interpretation: the 16-dim representation is saturated — extra heads on the same space only compete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This motivated giving the representation more room (next slide)</a:t>
            </a:r>
          </a:p>
        </p:txBody>
      </p:sp>
      <p:pic>
        <p:nvPicPr>
          <p:cNvPr id="6" name="Picture 5" descr="v48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94960" cy="1807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more heads on a saturated latent space cannot add information — the space itself is the limit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Size the Latent Space from Physics (2/2)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Count the physical variables a node/edge must encode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 d-dim representation holds at most d independent numbers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 track carries ~12-14 physical DOF (position, momentum×3, PID, mass-related…) and the node repr must serve 9 heads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→ 16-dim sits at the lower bound → under-parameterized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v53: widen tracks nodes → 32-dim, tt edges → 24-dim (others stay 16); from scratch, v38 stack + mass head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Status: interrupted at ep74/150 — inconclusive; resume planned</a:t>
            </a:r>
          </a:p>
        </p:txBody>
      </p:sp>
      <p:pic>
        <p:nvPicPr>
          <p:cNvPr id="6" name="Picture 5" descr="latent_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5394960" cy="1807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widening is the physics-motivated fix for head competition — to be verified by a full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5 — Other Ongoing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