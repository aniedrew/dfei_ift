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F4E79"/>
                </a:solidFill>
                <a:latin typeface="Calibri"/>
              </a:rPr>
              <a:t>Optimizing DFEI on CERN Monte Carlo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333333"/>
                </a:solidFill>
                <a:latin typeface="Calibri"/>
              </a:rPr>
              <a:t>A progress report on the optimization attempts, organized by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Calibri"/>
              </a:rPr>
              <a:t>Qingxiang Guo · University of Chinese Academy of Sciences · 2026-09-02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Data and Overall Effect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CERN MC: /eos/lhcb/user/y/yukaiz/DFEI_IFT_20260702 · threshold 0.9 · 20 test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All work uses the CERN official Monte Carlo production (DFEI_IFT_20260702)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Since fixing a silent class-weight bug, the line has raised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23.9% → 32.7%   (+8.8pp)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43.4% → 55.9%   (+12.5pp)</a:t>
            </a:r>
          </a:p>
        </p:txBody>
      </p:sp>
      <p:pic>
        <p:nvPicPr>
          <p:cNvPr id="6" name="Picture 5" descr="progress_line_v31_v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9966960" cy="6047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Outline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Organized by theme, not by 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1 — Supervision and training–inference alignment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differentiable pruning with annealing · class-2 weighting · in-chain LCA consistency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2 — Supervising representations with physics (source / mass / struct / mom heads)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3 — Controlled failures and their lessons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4 — Ongoing attempts (wider latent space, and others)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Differentiable Pruning with Annealing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Align training with the pruned graphs seen at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Problem: training sees the full graph; inference prunes with hard thresholds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Fix: soft mask w_eff = w · σ((w − cut)/τ), temperature τ annealed 1.0 → 0.1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large τ → smooth mask, stable gradients; small τ → approximates the hard threshold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Cut aligned to inference and tightened over versions: 0.5 (v36) → 0.7 (v37) → 0.85 (v38) → 0.9 (inference)</a:t>
            </a:r>
          </a:p>
        </p:txBody>
      </p:sp>
      <p:pic>
        <p:nvPicPr>
          <p:cNvPr id="6" name="Picture 5" descr="pruning_sigmoid_t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5760720" cy="220668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GNN block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(node/edge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reprs)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010144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39327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 MLP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(sigmoid head)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765792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04120" y="3657600"/>
            <a:ext cx="9144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333333"/>
                </a:solidFill>
                <a:latin typeface="Calibri"/>
              </a:rPr>
              <a:t>w ∈ [0,1]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442448" y="4462272"/>
            <a:ext cx="274320" cy="384048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98280" y="4864608"/>
            <a:ext cx="2834640" cy="960120"/>
          </a:xfrm>
          <a:prstGeom prst="roundRect">
            <a:avLst/>
          </a:prstGeom>
          <a:solidFill>
            <a:srgbClr val="FDEBD0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Soft mask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w_eff = w·σ((w−cut)/τ)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cut fixed per run (0.85)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τ annealed: 1.0 → 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95604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i="0">
                <a:solidFill>
                  <a:srgbClr val="C0392B"/>
                </a:solidFill>
                <a:latin typeface="Calibri"/>
              </a:rPr>
              <a:t>within a run:
cut fixed, τ anneals
→ same cut, sharper enforcement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52560" y="5230368"/>
            <a:ext cx="45720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eft Arrow 15"/>
          <p:cNvSpPr/>
          <p:nvPr/>
        </p:nvSpPr>
        <p:spPr>
          <a:xfrm>
            <a:off x="8595360" y="5394960"/>
            <a:ext cx="502920" cy="228600"/>
          </a:xfrm>
          <a:prstGeom prst="leftArrow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5486400"/>
            <a:ext cx="2194560" cy="73152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weighted message passing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(back into the GN blocks)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607040" y="5852160"/>
            <a:ext cx="274320" cy="365760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18320" y="6172200"/>
            <a:ext cx="2468880" cy="36576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pruning loss vs truth (BCE)</a:t>
            </a:r>
          </a:p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(mask makes it differentiable)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6309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666666"/>
                </a:solidFill>
                <a:latin typeface="Calibri"/>
              </a:rPr>
              <a:t>inference (no mask): keep if w ≥ 0.9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The Problem: Class-0 Dilution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Why the standard classifier fails on chain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 0 (background) is 99.9% of edges; structural classes 1/2/3 together are ~0.1%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The main LCAG loss is a global cross-entropy over every edge → its gradient is ~99.9% "predict background"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Consequence: rare structural edges are undertrained → misclassified → chains break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Fixes in Part 1: class-2 weighting (3.0 → 2.0), then hinge (v37), then chain-CE (v38)</a:t>
            </a:r>
          </a:p>
        </p:txBody>
      </p:sp>
      <p:pic>
        <p:nvPicPr>
          <p:cNvPr id="6" name="Picture 5" descr="chain_lca_di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3474720"/>
            <a:ext cx="9052560" cy="39445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with ~1000 background edges per structural edge, the global CE alone cannot teach the model classes 1/2/3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Fix 1 (v37): Hinge — Stay Confident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An extra loss that keeps chain edges confidently classified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Confidence: per edge the LCAG head gives a 4-class softmax (p0…p3); confidence = max(pk)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Loss = max(0, margin − confidence), margin 0.3 — added as an extra term to the total loss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Applied ONLY on truth-chain edges — the true chains are known from MC truth during training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Role: chain edges give the global CE almost no gradient → the hinge makes sure they are at least confident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Limitation: it demands confidence, not the right class — CE (next slide) adds the "which class"</a:t>
            </a:r>
          </a:p>
        </p:txBody>
      </p:sp>
      <p:pic>
        <p:nvPicPr>
          <p:cNvPr id="6" name="Picture 5" descr="chain_lca_hi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429000"/>
            <a:ext cx="10515600" cy="38613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confidence here is max(pk) from the LCAG head — not the pruning weight w; the loss lives on truth-chain edges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Fix 2 (v38): Chain Cross-Entropy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Be the RIGHT class — on chain edges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CE = −log(p_true): p_true is the probability the model assigns to the edge’s TRUE class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Confident and right (p_true → 1) → CE ≈ 0; unsure or wrong → CE large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Chain-CE (v38): added ON TOP of the hinge, on truth-chain edges (classes 1/2/3) → direct, undiluted gradient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v37 → v38 (weight 2.0 + chain-CE + cut 0.85): PerfectReco 27.3% → 29.3%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Net effect of Part 1 (v31 → v38): 23.9% → 29.3%</a:t>
            </a:r>
          </a:p>
        </p:txBody>
      </p:sp>
      <p:pic>
        <p:nvPicPr>
          <p:cNvPr id="6" name="Picture 5" descr="chain_lca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429000"/>
            <a:ext cx="10515600" cy="38969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same loss function as the global CE — the fix is WHERE it is applied, not which loss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Why Chains Die (1/2): The Class Imbalance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Structural edges are ~0.1% and the hardest to classify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 0 (background) is 99.9% of edges; each structural class is ~0.04%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The GNN is weakest exactly on the rarest classes — especially class 2 (sister)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Right panel: measured per-class accuracy — worst exactly on the rare structural classes</a:t>
            </a:r>
          </a:p>
        </p:txBody>
      </p:sp>
      <p:pic>
        <p:nvPicPr>
          <p:cNvPr id="6" name="Picture 5" descr="chain_lca_im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429000"/>
            <a:ext cx="9966960" cy="271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17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without extra supervision, the classifier barely learns classes 1/2/3 — the chain losses exist to fix this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Why Chains Die (2/2): One Misclassified Edge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Chain-CE keeps every structural edge correct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At inference, an edge the classifier calls class 0 is pruned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If ANY structural edge of a chain is misclassified, the whole chain dies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Chain-CE (v38) supervises truth-chain edge classes directly → chains survive</a:t>
            </a:r>
          </a:p>
        </p:txBody>
      </p:sp>
      <p:pic>
        <p:nvPicPr>
          <p:cNvPr id="6" name="Picture 5" descr="chain_lca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429000"/>
            <a:ext cx="9966960" cy="34581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17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chain survival depends on every structural edge being classified correctly — that is what the hinge + chain-CE provide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Supervising Representations with Physics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One common idea behind several heads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Idea: physical / structural quantities are data-intrinsic; supervise the representation with them, keeping the model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Heads sharing this theme: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source head (v36) — Rumor-Centrality root; early instance of the same idea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mass head — edge-level log10(m_ππ)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structure head — node depth + RC value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momentum head — node normalized momentum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Verification: linear probes on the frozen backbone (Ridge regression)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The Mass Head: Main Result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Edge-level regression of log10(m_ππ)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Same-mother track pairs sit near resonance masses → the edge representation must encode sister relations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Setup: SmoothL1 on log10(m_MeV), sentinel edges masked, weight 1.0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v38 → masshead2 (20 test files):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29.3% → 32.7%  (+3.4pp)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52.1% → 55.9%  (+3.8pp)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LCAG class2 44.7% → 51.1%  (+6.4pp)</a:t>
            </a:r>
          </a:p>
        </p:txBody>
      </p:sp>
      <p:pic>
        <p:nvPicPr>
          <p:cNvPr id="6" name="Picture 5" descr="NN_edges_2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754880" cy="318793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Structure and Momentum Heads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Node-level supervision of tree position and momentum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89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Head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Ablation (5-file eval)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mass only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51.4 / Perfect 29.7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struct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depth + RC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54.5 (+3.1) / Perfect 30.5 (+0.8)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best single head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mom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normalized p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53.8 (+2.4) / Perfect 30.5 (+0.8)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fixes node R²≈0</a:t>
                      </a:r>
                    </a:p>
                  </a:txBody>
                  <a:tcPr marL="54864" marR="54864" marT="18288" marB="1828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Struct: depth (BFS to chain centroid) + RC value — node position in the tree; class3 60.8→63.2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Mom: motivated by a probe — node representations were linearly unreadable for momentum (R² ≈ 0)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Lesson: probe first, find the missing quantity, then supervise 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Verification: Linear Probes on the Frozen Backbone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Ridge regression; R² of the physical quantity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7772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masshead2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edge repr → log10(m_ππ)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0.003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0.930</a:t>
                      </a:r>
                    </a:p>
                  </a:txBody>
                  <a:tcPr marL="54864" marR="54864" marT="18288" marB="18288"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node repr → p (px/py/pz)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38328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Mass supervision moves mass information into the edge representation — confirmed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Nodes remain unreadable for momentum → addressed by the momentum head (to be re-probed)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Controlled Failures and Their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PV subgraph training (v39-42): training on per-PV subgraphs while inference runs on the full graph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full-graph ability degraded: class1 76.8% → 56.4%; line closed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Combined mass + struct + mom (v48): aux losses (0.877) exceed the main task (0.559)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reconstruction dropped 5pp although LCAG did not — backbone pulled toward auxiliary tasks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resolution: lower aux weights — mom 0.2, struct 0.3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Lessons: train/infer graph mismatch is fatal; gradient balance between heads must be explicit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4 — Ongoing Attempts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Wider latent space (v53): tracks nodes 32-dim, tt edges 24-dim — 16-dim sits at the physical-DOF lower bound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from-scratch training interrupted at ep74/150, not converged; resume planned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Public-data verification (v45/v49): no PID, class2/3 counts differ 4-14×; resume best val 33.4 @ep73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Learned deterministic annealing: inference-side PV clustering with learned affinity (no subgraph training); core module CPU-verified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 scoring for trigger assistance: criteria AUC 0.90 / 0.78 (realistic); training ready, needs GPU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Resume the wider-latent training to 150 ep; layer struct + mom at reduced weights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Run queued evaluations; train the chain scorer; plug GNN affinity into learned DA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Open questions: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trigger assistance vs full-event reconstruction — which metric would the collaboration trust?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is same-source (class2) clustering the real problem DFEI should solve?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HLT2 / Upgrade-II time budget for a lightweight GNN per event?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