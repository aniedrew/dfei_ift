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20668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cut fixed per run (0.85)</a:t>
            </a:r>
          </a:p>
          <a:p>
            <a:pPr algn="ctr"/>
            <a:r>
              <a:rPr sz="900" b="1">
                <a:solidFill>
                  <a:srgbClr val="333333"/>
                </a:solidFill>
                <a:latin typeface="Calibri"/>
              </a:rPr>
              <a:t>τ annealed: 1.0 → 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i="0">
                <a:solidFill>
                  <a:srgbClr val="C0392B"/>
                </a:solidFill>
                <a:latin typeface="Calibri"/>
              </a:rPr>
              <a:t>within a run:
cut fixed, τ anneals
→ same cut, sharper enforcement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 weight 3.0 (v37) over-weighted →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consistency, on truth-chain edges only: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hinge (v37):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chain-CE (v38): direct cross-entropy on chain-edge classes — structural edges are ~0.1% of all edges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  <p:pic>
        <p:nvPicPr>
          <p:cNvPr id="6" name="Picture 5" descr="chain_lca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10881360" cy="25974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