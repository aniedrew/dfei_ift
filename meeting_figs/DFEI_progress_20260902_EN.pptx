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LCA Supervision Adjustment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Class-2 weighting and in-chain consistency, refined by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Class-2 (same-mother) edges are the structural bottleneck: weight 3.0 (v37) over-weighted → 2.0 (v38)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In-chain consistency, on truth-chain edges only: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hinge (v37): keep chain edges confident (margin 0.3)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chain-CE (v38): direct cross-entropy on chain-edge classes — structural edges are ~0.1% of all edges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PerfectReco 23.9% → 29.3%</a:t>
            </a:r>
          </a:p>
        </p:txBody>
      </p:sp>
      <p:pic>
        <p:nvPicPr>
          <p:cNvPr id="6" name="Picture 5" descr="chain_lca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10881360" cy="25974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Why Chains Die: Rare Classes + Misclassification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Chain-CE fixes the training signal for the rare structural classes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Structural edges are ~0.1% of all edges — the GNN is weakest exactly there (esp. class 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One misclassified structural edge → pruned → the whole chain dies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 supervises truth-chain edge classes directly → chains survive</a:t>
            </a:r>
          </a:p>
        </p:txBody>
      </p:sp>
      <p:pic>
        <p:nvPicPr>
          <p:cNvPr id="6" name="Picture 5" descr="chain_lca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383280"/>
            <a:ext cx="5760720" cy="1568007"/>
          </a:xfrm>
          <a:prstGeom prst="rect">
            <a:avLst/>
          </a:prstGeom>
        </p:spPr>
      </p:pic>
      <p:pic>
        <p:nvPicPr>
          <p:cNvPr id="7" name="Picture 6" descr="chain_lca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383280"/>
            <a:ext cx="5394960" cy="18718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126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class 2 (sister) is the structural bottleneck — rare AND hardest to classify; the chain losses target exactly this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