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 weight 3.0 (v37) over-weighted →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consistency, on truth-chain edges only: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hinge (v37):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chain-CE (v38): direct cross-entropy on chain-edge classes — structural edges are ~0.1% of all edges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  <p:pic>
        <p:nvPicPr>
          <p:cNvPr id="6" name="Picture 5" descr="chain_lca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10881360" cy="25974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 (1/2): The Class Imbalance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Structural edges are ~0.1% and the hardest to classify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each structural class is ~0.04%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GNN is weakest exactly on the rarest classes — especially class 2 (sister)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 the global CE, the gradient is ~99.9% "predict background" → rare classes are undertrained</a:t>
            </a:r>
          </a:p>
        </p:txBody>
      </p:sp>
      <p:pic>
        <p:nvPicPr>
          <p:cNvPr id="6" name="Picture 5" descr="chain_lca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429000"/>
            <a:ext cx="9966960" cy="271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without extra supervision, the classifier barely learns classes 1/2/3 — the chain losses exist to fix this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 (2/2): One Misclassified Edge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Chain-CE keeps every structural edge correct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At inference, an edge the classifier calls class 0 is pruned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ANY structural edge of a chain is misclassified,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 supervises truth-chain edge classes directly → chains survive</a:t>
            </a:r>
          </a:p>
        </p:txBody>
      </p:sp>
      <p:pic>
        <p:nvPicPr>
          <p:cNvPr id="6" name="Picture 5" descr="chain_lc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429000"/>
            <a:ext cx="9966960" cy="34581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chain survival depends on every structural edge being classified correctly — that is what the hinge + chain-CE provide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