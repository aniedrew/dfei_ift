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600">
                <a:solidFill>
                  <a:srgbClr val="666666"/>
                </a:solidFill>
                <a:latin typeface="Calibri"/>
              </a:rPr>
              <a:t>CERN official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All optimization work in this report is carried out on the CERN official Monte Carlo production (DFEI_IFT_20260702)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Since fixing a silent class-weight bug, the optimization line has raised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0040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6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Part 1 — Making the supervision signal actually effective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Part 2 — Supervising the representations with physical / structural quantities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Part 1 — Making the Supervision Signal Effective</a:t>
            </a:r>
          </a:p>
          <a:p>
            <a:r>
              <a:rPr sz="1600">
                <a:solidFill>
                  <a:srgbClr val="666666"/>
                </a:solidFill>
                <a:latin typeface="Calibri"/>
              </a:rPr>
              <a:t>Fix the silent failure, align training with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Class-weight bug: config key LCA__weights (double underscore) never reached the loss → class1 ≈ 0%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fix → v31 baseline: PerfectReco 23.9%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Differentiable pruning: soft mask w·σ((w−cut)/τ), τ annealed 1.0→0.1, cut aligned to inference (0.5→0.85)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trains the model on the same pruned graphs that inference sees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Class-2 (same-mother) weighting, settled at 2.0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In-chain LCA consistency: hinge + direct cross-entropy on truth-chain edges only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structural edges are ~0.1% of all edges — without direct CE, class0 dilutes them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Net: PerfectReco 23.9% → 29.3% (v31 → v38)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600">
                <a:solidFill>
                  <a:srgbClr val="666666"/>
                </a:solidFill>
                <a:latin typeface="Calibri"/>
              </a:rPr>
              <a:t>A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 the model end-to-end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Several heads share this theme: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source head (Rumor-Centrality root) — added early, same idea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Verification: linear probes (PhyIP-style) on the frozen backbone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6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6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baseline (mass only)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depth + RC value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best single head; class3 60.8→63.2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333333"/>
                          </a:solidFill>
                          <a:latin typeface="Calibri"/>
                        </a:rPr>
                        <a:t>fixes node R²≈0 for momentum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3192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Struct head: depth = BFS distance to chain centroid; RC = Rumor-Centrality value — node position in the tree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Mom head motivated by a probe: node representations were linearly unreadable for momentum (R² ≈ 0)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6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PV subgraph training (v39-42): train per-PV subgraphs → backbone sees only subgraphs, inference runs on the full graph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Combined mass + struct + mom (v48): auxiliary losses (0.877) exceed the main task (0.559) → reconstruction dropped 5pp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LCAG did not drop; the shared backbone was pulled toward the auxiliary tasks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Wider latent space (v53): tracks nodes 32-dim, tt edges 24-dim (16-dim sits at the physical-DOF lower bound)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from-scratch training interrupted at ep74/150 — not converged; resume planned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Public-data verification (v45/v49): published dataset has no PID, class2/3 counts differ 4-14×; resume best val 33.4 @ep73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Learned deterministic annealing: inference-side PV clustering with a learned affinity (no subgraph training) — core module CPU-verified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Chain scoring for trigger assistance: criteria AUC 0.90 / 0.78 (realistic); scorer training ready, needs GPU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