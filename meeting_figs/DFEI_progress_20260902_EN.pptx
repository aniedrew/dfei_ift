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03120"/>
            <a:ext cx="5394960" cy="32732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2066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cut fixed per run (0.85)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τ annealed: 1.0 → 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i="0">
                <a:solidFill>
                  <a:srgbClr val="C0392B"/>
                </a:solidFill>
                <a:latin typeface="Calibri"/>
              </a:rPr>
              <a:t>within a run:
cut fixed, τ anneals
→ same cut, sharper enforcement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The Problem: Class-0 Dilution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Why the standard classifier fails on chain 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 0 (background) is 99.9% of edges; structural classes 1/2/3 together are ~0.1%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main LCAG loss is a global cross-entropy over every edge → its gradient is ~99.9% "predict background"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Consequence: rare structural edges are undertrained → misclassified → chains break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Fixes in Part 1: class-2 weighting (3.0 → 2.0), then hinge (v37), then chain-CE (v38)</a:t>
            </a:r>
          </a:p>
        </p:txBody>
      </p:sp>
      <p:pic>
        <p:nvPicPr>
          <p:cNvPr id="6" name="Picture 5" descr="chain_lca_di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77440"/>
            <a:ext cx="5394960" cy="23508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with ~1000 background edges per structural edge, the global CE alone cannot teach the model classes 1/2/3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Reward 1 (v37): Hinge — Confidence Bonus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 training-only reward that pays out when chain edges are confidently classified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It is a loss term that behaves like a reward: be confident on a chain edge → pay nothing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Confidence comes from the LCAG head: per-edge 4-class softmax (p0…p3), confidence = max(pk)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Penalty = max(0, margin − confidence), margin 0.3 → zero once confidence ≥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Paid ONLY on truth-chain edges — the true chains are known from MC truth during training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Role: chain edges give the global CE almost no gradient → hinge keeps them confident; CE (next) fixes "which class"</a:t>
            </a:r>
          </a:p>
        </p:txBody>
      </p:sp>
      <p:pic>
        <p:nvPicPr>
          <p:cNvPr id="6" name="Picture 5" descr="chain_lca_hinge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3674"/>
          </a:xfrm>
          <a:prstGeom prst="rect">
            <a:avLst/>
          </a:prstGeom>
        </p:spPr>
      </p:pic>
      <p:pic>
        <p:nvPicPr>
          <p:cNvPr id="7" name="Picture 6" descr="chain_lca_hinge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50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hinge is a training-only confidence bonus on chain edges — confidence = max(pk), not the pruning weight 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Reward 2 (v38): Chain-CE — Correctness Bonus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 training-only reward for being the RIGHT class, on chain edges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CE = −log(p_true): p_true is the probability the model assigns to the edge’s TRUE class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Right and confident (p_true → 1) → penalty ≈ 0; unsure or wrong → penalty large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Chain-CE (v38): added ON TOP of the hinge, paid on truth-chain edges (classes 1/2/3) → direct, undiluted gradient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v37 → v38 (weight 2.0 + chain-CE + cut 0.85): PerfectReco 27.3% → 29.3%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23.9% → 29.3%</a:t>
            </a:r>
          </a:p>
        </p:txBody>
      </p:sp>
      <p:pic>
        <p:nvPicPr>
          <p:cNvPr id="6" name="Picture 5" descr="chain_lca_c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5054"/>
          </a:xfrm>
          <a:prstGeom prst="rect">
            <a:avLst/>
          </a:prstGeom>
        </p:spPr>
      </p:pic>
      <p:pic>
        <p:nvPicPr>
          <p:cNvPr id="7" name="Picture 6" descr="chain_lca_ce_wh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same function as the global CE — the reward is WHERE it is paid (chain edges only)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Why Chains Die (1/2): The Class Imbalance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Structural edges are ~0.1% and the hardest to classify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 0 (background) is 99.9% of edges; each structural class is ~0.04%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The GNN is weakest exactly on the rarest classes — especially class 2 (sister)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Per-class accuracy: worst exactly on the rare structural classes</a:t>
            </a:r>
          </a:p>
        </p:txBody>
      </p:sp>
      <p:pic>
        <p:nvPicPr>
          <p:cNvPr id="6" name="Picture 5" descr="chain_lca_imbalance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060254"/>
          </a:xfrm>
          <a:prstGeom prst="rect">
            <a:avLst/>
          </a:prstGeom>
        </p:spPr>
      </p:pic>
      <p:pic>
        <p:nvPicPr>
          <p:cNvPr id="7" name="Picture 6" descr="chain_lca_imbalance_a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840480"/>
            <a:ext cx="5394960" cy="20615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without extra supervision, the classifier barely learns classes 1/2/3 — the chain losses exist to fix this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Why Chains Die (2/2): One Misclassified Edge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Chain-CE keeps every structural edge correct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At inference, an edge the classifier calls class 0 is pruned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If ANY structural edge of a chain is misclassified, the whole chain dies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Chain-CE (v38) supervises truth-chain edge classes directly → chains survive</a:t>
            </a:r>
          </a:p>
        </p:txBody>
      </p:sp>
      <p:pic>
        <p:nvPicPr>
          <p:cNvPr id="6" name="Picture 5" descr="chain_lca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2253674"/>
          </a:xfrm>
          <a:prstGeom prst="rect">
            <a:avLst/>
          </a:prstGeom>
        </p:spPr>
      </p:pic>
      <p:pic>
        <p:nvPicPr>
          <p:cNvPr id="7" name="Picture 6" descr="chain_lca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5394960" cy="22536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2636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666666"/>
                </a:solidFill>
                <a:latin typeface="Calibri"/>
              </a:rPr>
              <a:t>Implication: chain survival depends on every structural edge being classified correctly — that is what the hinge + chain-CE provide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