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F4E79"/>
                </a:solidFill>
                <a:latin typeface="Calibri"/>
              </a:rPr>
              <a:t>Optimizing DFEI on CERN Monte Carlo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333333"/>
                </a:solidFill>
                <a:latin typeface="Calibri"/>
              </a:rPr>
              <a:t>A progress report on the optimization attempts, organized by theme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6984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666666"/>
                </a:solidFill>
                <a:latin typeface="Calibri"/>
              </a:rPr>
              <a:t>Qingxiang Guo · University of Chinese Academy of Sciences · 2026-09-02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Data and Overall Effect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CERN MC: /eos/lhcb/user/y/yukaiz/DFEI_IFT_20260702 · threshold 0.9 · 20 test files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All work uses the CERN official Monte Carlo production (DFEI_IFT_20260702)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Since fixing a silent class-weight bug, the line has raised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23.9% → 32.7%   (+8.8pp)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43.4% → 55.9%   (+12.5pp)</a:t>
            </a:r>
          </a:p>
        </p:txBody>
      </p:sp>
      <p:pic>
        <p:nvPicPr>
          <p:cNvPr id="6" name="Picture 5" descr="progress_line_v31_v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108960"/>
            <a:ext cx="9966960" cy="6047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Outline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Organized by theme, not by chronology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1 — Supervision and training–inference alignment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    –  differentiable pruning with annealing · class-2 weighting · in-chain LCA consistency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2 — Supervising representations with physics (source / mass / struct / mom heads)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3 — Controlled failures and their lessons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•  Part 4 — Ongoing attempts (wider latent space, and others)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Differentiable Pruning with Annealing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Align training with the pruned graphs seen at inference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Problem: training optimizes the full graph; inference prunes nodes/edges with hard thresholds first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Solution: a soft mask on the weights, w_eff = w · σ((w − cut)/τ)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Temperature τ annealed 1.0 → 0.1 over training: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large τ → smooth mask and stable gradients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small τ → approximates the hard threshold at the 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Pruning cut aligned to inference and tightened over versions: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0.5 (v36) → 0.7 (v37) → 0.85 (v38), converging to the 0.9 inference threshold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1 — LCA Supervision Adjustment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Class-2 weighting and in-chain consistency, refined by experiments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Class-2 (same-mother) edges are the structural bottleneck: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weight 3.0 (v37) over-weighted → class1 dropped; settled at 2.0 (v38)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In-chain LCA consistency, supervised only on truth-chain edges: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v37: hinge loss — keep chain edges confident (margin 0.3)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v38: + cross-entropy on chain-edge classes — structural edges are ~0.1% of all edges; direct CE prevents class0 dilution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Net effect of Part 1 (v31 → v38): PerfectReco 23.9% → 29.3%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2 — Supervising Representations with Physics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One common idea behind several heads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Idea: physical / structural quantities are data-intrinsic; supervise the representation with them, keeping the model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Heads sharing this theme: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source head (v36) — Rumor-Centrality root; early instance of the same idea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mass head — edge-level log10(m_ππ)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structure head — node depth + RC value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momentum head — node normalized momentum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Verification: linear probes on the frozen backbone (Ridge regression)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The Mass Head: Main Result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Edge-level regression of log10(m_ππ)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60350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Same-mother track pairs sit near resonance masses → the edge representation must encode sister relations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Setup: SmoothL1 on log10(m_MeV), sentinel edges masked, weight 1.0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v38 → masshead2 (20 test files):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PerfectReco 29.3% → 32.7%  (+3.4pp)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AllParticles 52.1% → 55.9%  (+3.8pp)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LCAG class2 44.7% → 51.1%  (+6.4pp)</a:t>
            </a:r>
          </a:p>
        </p:txBody>
      </p:sp>
      <p:pic>
        <p:nvPicPr>
          <p:cNvPr id="6" name="Picture 5" descr="NN_edges_2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54480"/>
            <a:ext cx="4754880" cy="31879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Structure and Momentum Heads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Node-level supervision of tree position and momentum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7899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  <a:gridCol w="2697480"/>
                <a:gridCol w="269748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Head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Ablation (5-file eval)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mass only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51.4 / Perfect 29.7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54864" marR="54864" marT="18288" marB="18288"/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struct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depth + RC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54.5 (+3.1) / Perfect 30.5 (+0.8)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best single head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+ mom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normalized p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All 53.8 (+2.4) / Perfect 30.5 (+0.8)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1800">
                          <a:solidFill>
                            <a:srgbClr val="333333"/>
                          </a:solidFill>
                          <a:latin typeface="Calibri"/>
                        </a:rPr>
                        <a:t>fixes node R²≈0</a:t>
                      </a:r>
                    </a:p>
                  </a:txBody>
                  <a:tcPr marL="54864" marR="54864" marT="18288" marB="18288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789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Struct: depth (BFS to chain centroid) + RC value — node position in the tree; class3 60.8→63.2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Mom: motivated by a probe — node representations were linearly unreadable for momentum (R² ≈ 0)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Lesson: probe first, find the missing quantity, then supervise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Verification: Linear Probes on the Frozen Backbone</a:t>
            </a:r>
          </a:p>
          <a:p>
            <a:r>
              <a:rPr sz="1700">
                <a:solidFill>
                  <a:srgbClr val="666666"/>
                </a:solidFill>
                <a:latin typeface="Calibri"/>
              </a:rPr>
              <a:t>Ridge regression; R² of the physical quantity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77724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800"/>
                <a:gridCol w="2590800"/>
                <a:gridCol w="259080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v38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>
                          <a:solidFill>
                            <a:srgbClr val="FFFFFF"/>
                          </a:solidFill>
                          <a:latin typeface="Calibri"/>
                        </a:rPr>
                        <a:t>masshead2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edge repr → log10(m_ππ)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0.003</a:t>
                      </a:r>
                    </a:p>
                  </a:txBody>
                  <a:tcPr marL="54864" marR="54864" marT="18288" marB="18288"/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= 0.930</a:t>
                      </a:r>
                    </a:p>
                  </a:txBody>
                  <a:tcPr marL="54864" marR="54864" marT="18288" marB="18288"/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node repr → p (px/py/pz)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>
                          <a:solidFill>
                            <a:srgbClr val="333333"/>
                          </a:solidFill>
                          <a:latin typeface="Calibri"/>
                        </a:rPr>
                        <a:t>R² ≈ 0</a:t>
                      </a:r>
                    </a:p>
                  </a:txBody>
                  <a:tcPr marL="54864" marR="54864" marT="18288" marB="18288">
                    <a:solidFill>
                      <a:srgbClr val="EAF2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383280"/>
            <a:ext cx="10789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Mass supervision moves mass information into the edge representation — confirmed end-to-end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Nodes remain unreadable for momentum → addressed by the momentum head (to be re-probed)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3 — Controlled Failures and Their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PV subgraph training (v39-42): training on per-PV subgraphs while inference runs on the full graph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full-graph ability degraded: class1 76.8% → 56.4%; line closed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Combined mass + struct + mom (v48): aux losses (0.877) exceed the main task (0.559)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reconstruction dropped 5pp although LCAG did not — backbone pulled toward auxiliary tasks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resolution: lower aux weights — mom 0.2, struct 0.3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Lessons: train/infer graph mismatch is fatal; gradient balance between heads must be explicit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Part 4 — Ongoing Attempts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Wider latent space (v53): tracks nodes 32-dim, tt edges 24-dim — 16-dim sits at the physical-DOF lower bound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from-scratch training interrupted at ep74/150, not converged; resume planned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Public-data verification (v45/v49): no PID, class2/3 counts differ 4-14×; resume best val 33.4 @ep73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Learned deterministic annealing: inference-side PV clustering with learned affinity (no subgraph training); core module CPU-verified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Chain scoring for trigger assistance: criteria AUC 0.90 / 0.78 (realistic); training ready, needs GPU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1052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66666"/>
                </a:solidFill>
                <a:latin typeface="Calibri"/>
              </a:rPr>
              <a:t>Qingxiang Guo · UCAS · DFEI group meeting    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1F4E79"/>
                </a:solidFill>
                <a:latin typeface="Calibri"/>
              </a:rPr>
              <a:t>Next Steps and Open Questions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Resume the wider-latent training to 150 ep; layer struct + mom at reduced weights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Run queued evaluations; train the chain scorer; plug GNN affinity into learned DA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333333"/>
                </a:solidFill>
                <a:latin typeface="Calibri"/>
              </a:rPr>
              <a:t>•  Open questions: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trigger assistance vs full-event reconstruction — which metric would the collaboration trust?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is same-source (class2) clustering the real problem DFEI should solve?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    –  HLT2 / Upgrade-II time budget for a lightweight GNN per event?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