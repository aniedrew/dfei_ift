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9966960" cy="604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Supervision and training–inference alignment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differentiable pruning with annealing · class-2 weighting · in-chain LCA consistency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Supervising representations with physics (source / mass / struct / mom heads)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Controlled failures and their lessons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Ongoing attempts (wider latent space, and others)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sees the full graph; inference prunes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Fix: soft mask w_eff = w · σ((w − cut)/τ), temperature τ annealed 1.0 → 0.1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mask, stable gradients; small τ → approximates the hard threshold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Cut aligned to inference and tightened over versions: 0.5 (v36) → 0.7 (v37) → 0.85 (v38) → 0.9 (inference)</a:t>
            </a:r>
          </a:p>
        </p:txBody>
      </p:sp>
      <p:pic>
        <p:nvPicPr>
          <p:cNvPr id="6" name="Picture 5" descr="pruning_sigmoid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5760720" cy="2199932"/>
          </a:xfrm>
          <a:prstGeom prst="rect">
            <a:avLst/>
          </a:prstGeom>
        </p:spPr>
      </p:pic>
      <p:pic>
        <p:nvPicPr>
          <p:cNvPr id="7" name="Picture 6" descr="pruning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794760"/>
            <a:ext cx="5394960" cy="21413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LCA Supervision Adjustment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Class-2 weighting and in-chain consistency, refined by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Class-2 (same-mother) edges are the structural bottleneck: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weight 3.0 (v37) over-weighted → class1 dropped; settled at 2.0 (v38)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In-chain LCA consistency, supervised only on truth-chain edges: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v37: hinge loss — keep chain edges confident (margin 0.3)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v38: + cross-entropy on chain-edge classes — structural edges are ~0.1% of all edges; direct CE prevents class0 dilution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1 (v31 → v38): PerfectReco 23.9% → 29.3%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Supervising Representations with Physics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common idea behind several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Idea: physical / structural quantities are data-intrinsic; supervise the representation with them, keeping the model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Heads sharing this theme: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head (v36) — Rumor-Centrality root; early instance of the same idea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mass head — edge-level log10(m_ππ)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structure head — node depth + RC value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momentum head — node normalized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Verification: linear probes on the frozen backbone (Ridge regression)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The Mass Head: Main Result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must encode sister relations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Structure and Momentum Heads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Node-level supervision of tree position and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Ablation (5-file eval)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mass only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51.4 / Perfect 29.7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struct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depth + RC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54.5 (+3.1) / Perfect 30.5 (+0.8)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best single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mom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normalized p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53.8 (+2.4) / Perfect 30.5 (+0.8)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fixes node R²≈0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Struct: depth (BFS to chain centroid) + RC value — node position in the tree; class3 60.8→63.2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Mom: motivated by a probe — node representations were linearly unreadable for momentum (R² ≈ 0)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Lesson: probe first, find the missing quantity, then supervise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Ridge regression; R² of the physical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Nodes remain unreadable for momentum → addressed by the momentum head (to be re-probed)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Controlled Failures and Their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PV subgraph training (v39-42): training on per-PV subgraphs while inference runs on the full graph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reconstruction dropped 5pp although LCAG did not — backbone pulled toward auxiliary tasks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Lessons: train/infer graph mismatch is fatal; gradient balance between heads must be explicit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Wider latent space (v53): tracks nodes 32-dim, tt edges 24-dim — 16-dim sits at the physical-DOF lower bound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from-scratch training interrupted at ep74/150, not converged; resume planned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