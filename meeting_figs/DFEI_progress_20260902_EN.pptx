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Optimizing DFEI: From a Silent Bug to Physics-Supervised 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333333"/>
                </a:solidFill>
                <a:latin typeface="Calibri"/>
              </a:rPr>
              <a:t>A full account of the optimization line, its rationale, results, and two controlled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1. Task definition, data, and evaluation metrics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2. Starting point: the class-weight bug and the train–inference gap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3. Optimization line v31 → v38: four verified steps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4. Redirect: output-side physics supervision (mass / structure / momentum heads)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5. Two controlled failures: combined heads, PV subgraph training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6. Ongoing work: asymmetric latent dimensions, public-data verification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7. New directions and open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Task: Full-Event Decay-Chain Reconstruction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DFEI — Deep Full Event Interpretation (García Pardiñas et al., arXiv:2304.08610)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 pp collision produces ~150 charged tracks; a few originate from the B hadron of interest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Goal: from tracks alone, classify, isolate, and hierarchically rebuild every heavy-hadron decay chain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Four supervised sub-tasks: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LCAG edge classification (4 classes: background / parent-child / sister / grandparent)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node pruning (signal vs background tracks) and edge pruning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track-to-PV association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offline: chain reconstruction from the classified edges (Rumor-Centrality roots)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Data and Evaluation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Data: LHCb Run-3 (Upgrade-I) MC, ~150 tracks/event, normalized; 200 train / 20 val / 20 test files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Public reference dataset (converted_LHCbcollision, arXiv:2304.08610) used for independent verification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Metrics (threshold 0.9 on pruned graphs):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PerfectReco — fraction of events where every chain is fully recovered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AllParticles — fraction of truth particles recovered across the event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LCAG class accuracy per class (class2 = same-mother edges is the structural bottleneck)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Starting Point: A Silent Bug Nullified the Signal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Inverse-frequency class weighting was configured but never reached the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Config key LCA__weights (double underscore) vs LCA_weights in the code → weights silently ignored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Consequence: class1 (parent–child) accuracy ≈ 0% — the model learned only the dominant background class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Fix: single-underscore key; weights = N / (4·n_c), clamped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After the fix (v31 baseline): PerfectReco 23.9%, AllParticles 43.4%</a:t>
            </a:r>
          </a:p>
        </p:txBody>
      </p:sp>
      <p:pic>
        <p:nvPicPr>
          <p:cNvPr id="6" name="Picture 5" descr="fig09_class_acc_bug_vs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54480"/>
            <a:ext cx="4754880" cy="2502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Second Issue: Train–Inference Gap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Training sees full graphs; inference prunes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Training: global optimization over the full graph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Inference: hard-threshold pruning (conf &gt; 0.9) → chains die at pruning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Measured (CERN data): chain loss at edge-pruning dominates; overlap with node-pruning deaths is strong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This gap motivates the first optimization (differentiable pruning)</a:t>
            </a:r>
          </a:p>
        </p:txBody>
      </p:sp>
      <p:pic>
        <p:nvPicPr>
          <p:cNvPr id="6" name="Picture 5" descr="fig01_event_notf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54480"/>
            <a:ext cx="4754880" cy="15060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Optimization Line v31 → v53: Overview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Every step is a controlled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62179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640"/>
                <a:gridCol w="2072640"/>
                <a:gridCol w="207264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FFFFFF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>
                          <a:solidFill>
                            <a:srgbClr val="FFFFFF"/>
                          </a:solidFill>
                          <a:latin typeface="Calibri"/>
                        </a:rPr>
                        <a:t>PerfectReco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v31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bug-fixed 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23.9%</a:t>
                      </a:r>
                    </a:p>
                  </a:txBody>
                  <a:tcPr marL="54864" marR="54864" marT="18288" marB="18288"/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v36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differentiable pruning + source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26.3%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v37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class2 weighting + in-chain LCA hinge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27.3%</a:t>
                      </a:r>
                    </a:p>
                  </a:txBody>
                  <a:tcPr marL="54864" marR="54864" marT="18288" marB="18288"/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chain-LCA cross-entropy, cut 0.85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29.3%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v47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mass head (physics supervision)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 marL="54864" marR="54864" marT="18288" marB="18288"/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v53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asymmetric latent dims (32/24)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solidFill>
                            <a:srgbClr val="333333"/>
                          </a:solidFill>
                          <a:latin typeface="Calibri"/>
                        </a:rPr>
                        <a:t>WIP (74/150 ep)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21208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Two lines after v38: physics supervision (mass/struct/mom) and representation widening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Two closed lines: PV subgraph training, naive head combination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Optimization 1: Differentiable Pruning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Train on the graphs that inference actually sees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Soft mask on node/edge weights: w_eff = w · σ((w − cut)/τ)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Temperature τ annealed 1.0 → 0.1 during training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large τ → smooth mask and gradients; small τ → approximates the hard threshold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Pruning cut aligned to inference: 0.5 → 0.7 → 0.85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Effect: the model learns to push background edges down and signal edges up explicitly</a:t>
            </a:r>
          </a:p>
        </p:txBody>
      </p:sp>
      <p:pic>
        <p:nvPicPr>
          <p:cNvPr id="6" name="Picture 5" descr="fig12_eb2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63040"/>
            <a:ext cx="4754880" cy="24566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Optimization 2-3: Class-2 Weighting and In-Chain Consistency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Class-2 (same-mother) edges are the structural bottleneck: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explicit weighting 3.0 → 2.0 (3.0 over-weighted, hurt class1)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In-chain LCA consistency losses — supervised only on truth-chain edges: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hinge: penalize low-confidence chain edges (margin 0.3)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cross-entropy on chain-edge classes: structural edges are ~0.1% of all edges; direct CE prevents class0 dilution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Net: PerfectReco 26.3% → 29.3% (v36 → v38)</a:t>
            </a:r>
          </a:p>
        </p:txBody>
      </p:sp>
      <p:pic>
        <p:nvPicPr>
          <p:cNvPr id="6" name="Picture 5" descr="fig02_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669280" cy="21804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Optimization 4: Source Head (Rumor-Centrality Training)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Inference finds chain roots via Rumor Centrality; training never supervised roots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Added a node head predicting "is this the chain root?" (BCE on the RC-argmax node of each truth chain)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Limitation noted: RC-argmax is the centroid of the track graph, not necessarily the B itself — most tracks are final-state particles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this motivates the later structure supervision (depth + RC regression)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Results v31 → v38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20 test files, threshold 0.9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8686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  <a:gridCol w="173736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PerfectReco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AllParticles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class1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class2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v31 (baseline)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23.9%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43.4%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67.8%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41.3%</a:t>
                      </a:r>
                    </a:p>
                  </a:txBody>
                  <a:tcPr marL="54864" marR="54864" marT="18288" marB="18288"/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v36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26.3%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49.2%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64.5%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47.7%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v37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27.3%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50.6%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69.1%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44.2%</a:t>
                      </a:r>
                    </a:p>
                  </a:txBody>
                  <a:tcPr marL="54864" marR="54864" marT="18288" marB="18288"/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29.3%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52.1%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76.8%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47.9%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062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class2 gain at v36 is the structural driver; v37 rebalances toward class1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Redirect: Output-Side Physics Supervision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Keep end-to-end; force the latent space to carry physics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Observation: physical quantities are computed analytically at trigger level — what is the GNN for? Answer: structure and context, encoded in its representation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Approach: supervise representations with data-intrinsic physical targets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mass head (edge): log10(m_ππ) of each track pair — resonances = sister structure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structure head (node): depth + Rumor-Centrality value — position in the tree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momentum head (node): normalized track momentum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Verification: linear probes (PhyIP-style) on the frozen backbone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Mass Head (v47): The Main Result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is forced to encode sister relations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Structure Head: Position in the Tree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Node-level depth + Rumor-Centrality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Motivation: the source head uses one bit (root); depth and RC value describe the node position more fully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Setup: depth = BFS distance to chain centroid; RC value; both regressed (SmoothL1)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Ablation (from masshead2, +10 epochs, 5-file eval):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baseline: AllParticles 51.4 / Perfect 29.7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+ struct:  AllParticles 54.5 (+3.1) / Perfect 30.5 (+0.8)  ← best single head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Also improves LCAG class3 (grandparent) 60.8% → 63.2%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Momentum Head: Repairing a Silent Deficit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Node-level regression of normalized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Diagnosis: linear probes show node representations are unreadable for px/py/pz (R² ≈ 0)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graph normalization + ReLU in the blocks scramble momentum information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Setup: regress normalized momentum (px_n, py_n, pz_n) from the node representation (SmoothL1)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Ablation (same protocol): +mom → AllParticles 53.8 (+2.4) / Perfect 30.5 (+0.8)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General lesson: probe first, find the missing quantity, then supervise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Controlled Failure: mass + struct + mom Together (v48)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Auxiliary-gradient competition, quantified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Loss component (ep114)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v47 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v48 combined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LCA (main task)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0.538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0.559</a:t>
                      </a:r>
                    </a:p>
                  </a:txBody>
                  <a:tcPr marL="54864" marR="54864" marT="18288" marB="18288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mass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0.045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struct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 marL="54864" marR="54864" marT="18288" marB="18288"/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mom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0.525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aux heads total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0.877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Auxiliary gradients (0.877) exceed the main task (0.559) → shared backbone pulled toward aux tasks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LCAG accuracy did not drop; reconstruction dropped 5pp — the loss–reconstruction correlation is not monotonic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Resolution: reduce aux weights (mom 0.2, struct 0.3) so supervision guides without dominating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Ridge regression; R² of the physics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Nodes remain unreadable for momentum → the momentum head addresses exactly this (to be re-probed)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Asymmetric Latent Dimensions (v53)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Degrees-of-freedom analysis of the representations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 16-dim node representation must carry ~12-14 physical DOF (position, momentum, PID, mass) and serve 9 heads — at the lower bound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Setup: tracks nodes 32-dim, tt edges 24-dim, others 16; from-scratch training (150 ep), v38 stack + mass head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Status: interrupted at epoch 74/150 by the job limit — not converged (best val 39.9 vs ~35.6 in the v38 family)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preliminary eval at 74ep is not representative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Plan: resume to 150 epochs; then layer struct + mom with the reduced weights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Public-Data Verification (v45 / v49)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Independent check of the v38 stack on the published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Published dataset differs from CERN MC: no PID features; class2/class3 edge counts differ by 4-14×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First run interrupted at epoch 66 (best ep51, val 33.2); resume to epoch 88/73 improved best val to 33.4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ep73 evaluation queued (watchdog reserves any free GPU)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Fair comparison to the paper requires adapting the stack to the PID-less dataset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Closed Line: PV Subgraph Training (v39-42)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Rationale, failure mode,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Rationale: split events into per-PV subgraphs (20-30 nodes) to reduce cross-chain interference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Failure mode: the backbone trained only on subgraphs, while inference runs the GNN on the full graph first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full-graph forward ability degraded — class1 76.8% → 56.4%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Inference-only clustering also showed no gain (28.7% vs 29.3%)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Conclusion: the train/infer graph mismatch is not fixable by val-side alignment; line closed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the clustering idea is pursued differently — see learned deterministic annealing (S22)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Results Summary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CERN MC, threshold 0.9; full 20-file eval unless noted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8961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  <a:gridCol w="2240280"/>
                <a:gridCol w="2240280"/>
              </a:tblGrid>
              <a:tr h="444137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PerfectReco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AllParticles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class2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v31 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23.9%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43.4%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41.3%</a:t>
                      </a:r>
                    </a:p>
                  </a:txBody>
                  <a:tcPr marL="54864" marR="54864" marT="18288" marB="18288"/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29.3%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52.1%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47.9%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v47 masshead2 (best)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55.9%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51.1%</a:t>
                      </a:r>
                    </a:p>
                  </a:txBody>
                  <a:tcPr marL="54864" marR="54864" marT="18288" marB="18288"/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v48 combined (rejected)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29.0%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50.6%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50.4%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v50-52 ablation (5-file)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29.7/30.5/30.5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51.4/53.8/54.5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/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v53 asym (74ep, WIP)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22.8%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38.5%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masshead2 is the best model; physics supervision is reproducible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Ablation rows use a small 5-file evaluation — directionally valid, not comparable to full-eval rows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New Directions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Learned deterministic annealing and chain scoring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Learned DA (inference-side PV clustering): trained MLP provides track→PV affinity; deterministic annealing yields soft assignment with adaptive cluster count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no Gumbel sampling, no training-side subgraph split — avoids the v42 failure mode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core DA module implemented and CPU-verified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Chain scoring for trigger-line assistance: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chain criteria AUC 0.90 (incl. random), 0.78 (pruned components only); best single feature 0.956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scorer training script ready; requires GPU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Open Questions</a:t>
            </a:r>
          </a:p>
          <a:p>
            <a:r>
              <a:rPr sz="1500">
                <a:solidFill>
                  <a:srgbClr val="666666"/>
                </a:solidFill>
                <a:latin typeface="Calibri"/>
              </a:rPr>
              <a:t>The application form is the key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Q1: trigger assistance (candidate scoring) vs full-event reconstruction — which metric would the collaboration trust?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Q2: parent–child track relations are physically rare — is same-source (class2) clustering the real problem?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Q3: invariant mass is analytic at trigger level — is the GNN’s added value structure and context, not kinematics?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Q4: can DFEI same-source clusters feed a transformer-based flavor tagger?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Q5: realistic HLT2 / Upgrade-II time budget for a lightweight GNN per event?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Q6: is physics supervision + linear-probe verification a direction to pursue? Better physical targets?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Resume asymmetric training to 150 epochs; then add struct + mom at reduced weights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Run queued evaluations (masshead2 best, public ep73) once GPUs are free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Train the chain scorer; measure candidate-chain AUC on a full evaluation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Plug GNN latent affinity into learned deterministic annealing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Re-probe node representations after momentum-head 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  <a:latin typeface="Calibri"/>
              </a:rPr>
              <a:t>Backup: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24128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Hardware: single GPU (10 GB cap), batch 8, ~40-60 min/epoch; long queues under heavy cluster load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All changes reproducible from config files; version log maintained in the repository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