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CERN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All work uses the CERN official Monte Carlo production (DFEI_IFT_20260702)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Since fixing a silent class-weight bug, the line has raised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9966960" cy="6047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1 — Supervision and training–inference alignment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differentiable pruning with annealing · class-2 weighting · in-chain LCA consistency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2 — Supervising representations with physics (source / mass / struct / mom heads)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3 — Controlled failures and their lessons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4 — Ongoing attempts (wider latent space, and others)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Differentiable Pruning with Annealing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Align training with the pruned graphs seen at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Problem: training sees the full graph; inference prunes with hard thresholds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Fix: soft mask w_eff = w · σ((w − cut)/τ), temperature τ annealed 1.0 → 0.1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large τ → smooth mask, stable gradients; small τ → approximates the hard threshold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Cut aligned to inference and tightened over versions: 0.5 (v36) → 0.7 (v37) → 0.85 (v38) → 0.9 (inference)</a:t>
            </a:r>
          </a:p>
        </p:txBody>
      </p:sp>
      <p:pic>
        <p:nvPicPr>
          <p:cNvPr id="6" name="Picture 5" descr="pruning_sigmoid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5760720" cy="220668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GNN block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(node/edge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reprs)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10144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39327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 MLP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(sigmoid head)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765792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04120" y="3657600"/>
            <a:ext cx="9144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w ∈ [0,1]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442448" y="4462272"/>
            <a:ext cx="274320" cy="384048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280" y="4864608"/>
            <a:ext cx="2834640" cy="960120"/>
          </a:xfrm>
          <a:prstGeom prst="roundRect">
            <a:avLst/>
          </a:prstGeom>
          <a:solidFill>
            <a:srgbClr val="FDEBD0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Soft mask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w_eff = w·σ((w−cut)/τ)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cut fixed per run (0.85)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τ annealed: 1.0 → 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95604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i="0">
                <a:solidFill>
                  <a:srgbClr val="C0392B"/>
                </a:solidFill>
                <a:latin typeface="Calibri"/>
              </a:rPr>
              <a:t>within a run:
cut fixed, τ anneals
→ same cut, sharper enforcement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52560" y="5230368"/>
            <a:ext cx="45720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ft Arrow 15"/>
          <p:cNvSpPr/>
          <p:nvPr/>
        </p:nvSpPr>
        <p:spPr>
          <a:xfrm>
            <a:off x="8595360" y="5394960"/>
            <a:ext cx="502920" cy="228600"/>
          </a:xfrm>
          <a:prstGeom prst="leftArrow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5486400"/>
            <a:ext cx="2194560" cy="73152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weighted message passing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(back into the GN blocks)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607040" y="5852160"/>
            <a:ext cx="274320" cy="365760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18320" y="6172200"/>
            <a:ext cx="2468880" cy="36576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pruning loss vs truth (BCE)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(mask makes it differentiable)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309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666666"/>
                </a:solidFill>
                <a:latin typeface="Calibri"/>
              </a:rPr>
              <a:t>inference (no mask): keep if w ≥ 0.9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LCA Supervision Adjustment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Class-2 weighting and in-chain consistency, refined by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Class-2 (same-mother) edges are the structural bottleneck: weight 3.0 (v37) over-weighted → 2.0 (v38)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In-chain consistency, on truth-chain edges only: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hinge (v37): keep chain edges confident (margin 0.3)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chain-CE (v38): direct cross-entropy on chain-edge classes — structural edges are ~0.1% of all edges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Net effect of Part 1 (v31 → v38): PerfectReco 23.9% → 29.3%</a:t>
            </a:r>
          </a:p>
        </p:txBody>
      </p:sp>
      <p:pic>
        <p:nvPicPr>
          <p:cNvPr id="6" name="Picture 5" descr="chain_lca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11880"/>
            <a:ext cx="10881360" cy="25974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Why Chains Die: Rare Classes + Misclassification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Chain-CE fixes the training signal for the rare structural classes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Structural edges are ~0.1% of all edges — the GNN is weakest exactly there (esp. class 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One misclassified structural edge → pruned → the whole chain dies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Chain-CE (v38) supervises truth-chain edge classes directly → chains survive</a:t>
            </a:r>
          </a:p>
        </p:txBody>
      </p:sp>
      <p:pic>
        <p:nvPicPr>
          <p:cNvPr id="6" name="Picture 5" descr="chain_lca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383280"/>
            <a:ext cx="5760720" cy="1568007"/>
          </a:xfrm>
          <a:prstGeom prst="rect">
            <a:avLst/>
          </a:prstGeom>
        </p:spPr>
      </p:pic>
      <p:pic>
        <p:nvPicPr>
          <p:cNvPr id="7" name="Picture 6" descr="chain_lca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383280"/>
            <a:ext cx="5394960" cy="18718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126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class 2 (sister) is the structural bottleneck — rare AND hardest to classify; the chain losses target exactly this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Supervising Representations with Physics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One common idea behind several heads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Idea: physical / structural quantities are data-intrinsic; supervise the representation with them, keeping the model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Heads sharing this theme: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source head (v36) — Rumor-Centrality root; early instance of the same idea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mass head — edge-level log10(m_ππ)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structure head — node depth + RC value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momentum head — node normalized momentum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Verification: linear probes on the frozen backbone (Ridge regression)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The Mass Head: Main Result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Edge-level regression of log10(m_ππ)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Same-mother track pairs sit near resonance masses → the edge representation must encode sister relations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Setup: SmoothL1 on log10(m_MeV), sentinel edges masked, weight 1.0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v38 → masshead2 (20 test files):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LCAG class2 44.7% → 51.1%  (+6.4pp)</a:t>
            </a:r>
          </a:p>
        </p:txBody>
      </p:sp>
      <p:pic>
        <p:nvPicPr>
          <p:cNvPr id="6" name="Picture 5" descr="NN_edges_2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754880" cy="318793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Structure and Momentum Heads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Node-level supervision of tree position and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Ablation (5-file eval)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mass only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51.4 / Perfect 29.7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struct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depth + RC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54.5 (+3.1) / Perfect 30.5 (+0.8)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best single head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mom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normalized p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53.8 (+2.4) / Perfect 30.5 (+0.8)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fixes node R²≈0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Struct: depth (BFS to chain centroid) + RC value — node position in the tree; class3 60.8→63.2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Mom: motivated by a probe — node representations were linearly unreadable for momentum (R² ≈ 0)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Lesson: probe first, find the missing quantity, then supervise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Verification: Linear Probes on the Frozen Backbone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Ridge regression; R² of the physical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38328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Mass supervision moves mass information into the edge representation — confirmed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Nodes remain unreadable for momentum → addressed by the momentum head (to be re-probed)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Controlled Failures and Their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PV subgraph training (v39-42): training on per-PV subgraphs while inference runs on the full graph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full-graph ability degraded: class1 76.8% → 56.4%; line closed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Combined mass + struct + mom (v48): aux losses (0.877) exceed the main task (0.559)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reconstruction dropped 5pp although LCAG did not — backbone pulled toward auxiliary tasks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resolution: lower aux weights — mom 0.2, struct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Lessons: train/infer graph mismatch is fatal; gradient balance between heads must be explicit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Ongoing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Wider latent space (v53): tracks nodes 32-dim, tt edges 24-dim — 16-dim sits at the physical-DOF lower bound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from-scratch training interrupted at ep74/150, not converged; resume planned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Public-data verification (v45/v49): no PID, class2/3 counts differ 4-14×; resume best val 33.4 @ep73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Learned deterministic annealing: inference-side PV clustering with learned affinity (no subgraph training); core module CPU-verified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 scoring for trigger assistance: criteria AUC 0.90 / 0.78 (realistic); training ready, needs GPU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