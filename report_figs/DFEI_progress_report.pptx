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1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0" y="1463040"/>
            <a:ext cx="8229600" cy="1463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DFEI 事件重建优化进展汇报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67E22"/>
                </a:solidFill>
                <a:latin typeface="Microsoft YaHei"/>
              </a:rPr>
              <a:t>从 bug 修复到可微剪枝：Perfect 率 23.93% → 29.26%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51206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Microsoft YaHei"/>
              </a:rPr>
              <a:t>汇报人：郭清祥 · 中国科学院大学 ·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任务：从噪声事件里找出 B 介子衰变链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一次对撞产生几十到上百条径迹，绝大多数是背景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目标：找出属于同一条 B 衰变链的径迹，重建衰变树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    –  图：径迹=节点，径迹对=边；GNN 多任务学习（分类+剪枝+关联）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    –  难点：结构边只占 0.1%，极度稀有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核心指标：Perfect 率（链上所有粒子都重建正确的事件比例）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核心成果：Perfect 率稳步提升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2377440" cy="182880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v31 基线</a:t>
            </a:r>
          </a:p>
          <a:p>
            <a:r>
              <a:rPr sz="2400" b="1">
                <a:solidFill>
                  <a:srgbClr val="FFFFFF"/>
                </a:solidFill>
                <a:latin typeface="Microsoft YaHei"/>
              </a:rPr>
              <a:t>23.93%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463040"/>
            <a:ext cx="2377440" cy="18288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v36 可微剪枝</a:t>
            </a:r>
          </a:p>
          <a:p>
            <a:r>
              <a:rPr sz="2400" b="1">
                <a:solidFill>
                  <a:srgbClr val="FFFFFF"/>
                </a:solidFill>
                <a:latin typeface="Microsoft YaHei"/>
              </a:rPr>
              <a:t>26.28%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2377440" cy="18288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v37 链判据</a:t>
            </a:r>
          </a:p>
          <a:p>
            <a:r>
              <a:rPr sz="2400" b="1">
                <a:solidFill>
                  <a:srgbClr val="FFFFFF"/>
                </a:solidFill>
                <a:latin typeface="Microsoft YaHei"/>
              </a:rPr>
              <a:t>27.25%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1463040"/>
            <a:ext cx="2377440" cy="1828800"/>
          </a:xfrm>
          <a:prstGeom prst="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v38 当前最优</a:t>
            </a:r>
          </a:p>
          <a:p>
            <a:r>
              <a:rPr sz="2400" b="1">
                <a:solidFill>
                  <a:srgbClr val="FFFFFF"/>
                </a:solidFill>
                <a:latin typeface="Microsoft YaHei"/>
              </a:rPr>
              <a:t>29.26%</a:t>
            </a:r>
          </a:p>
        </p:txBody>
      </p:sp>
      <p:sp>
        <p:nvSpPr>
          <p:cNvPr id="9" name="Right Triangle 8"/>
          <p:cNvSpPr/>
          <p:nvPr/>
        </p:nvSpPr>
        <p:spPr>
          <a:xfrm>
            <a:off x="3200400" y="2194560"/>
            <a:ext cx="365759" cy="381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Triangle 9"/>
          <p:cNvSpPr/>
          <p:nvPr/>
        </p:nvSpPr>
        <p:spPr>
          <a:xfrm>
            <a:off x="5943600" y="2194560"/>
            <a:ext cx="365760" cy="381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>
            <a:off x="8686800" y="2194560"/>
            <a:ext cx="365760" cy="381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总计提升 +5.33 个百分点（约 +22% 相对提升）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每一轮都是小步改动，验证有效后再进下一轮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优化路线全景：每一轮做了什么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FFFF"/>
                          </a:solidFill>
                          <a:latin typeface="Microsoft YaHei"/>
                        </a:rPr>
                        <a:t>版本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FFFF"/>
                          </a:solidFill>
                          <a:latin typeface="Microsoft YaHei"/>
                        </a:rPr>
                        <a:t>改动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FFFF"/>
                          </a:solidFill>
                          <a:latin typeface="Microsoft YaHei"/>
                        </a:rPr>
                        <a:t>一句话作用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v31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修 class weight bug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逆向频率加权，让模型开始学结构边</a:t>
                      </a:r>
                    </a:p>
                  </a:txBody>
                  <a:tcPr marL="45720" marR="45720" marT="18288" marB="18288"/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v36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B2 可微剪枝 + 温度退火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训练时预演推理的剪枝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v36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源检测头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让模型学会衰变树的形状</a:t>
                      </a:r>
                    </a:p>
                  </a:txBody>
                  <a:tcPr marL="45720" marR="45720" marT="18288" marB="18288"/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v37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class2 加权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专攻"同母边"这个结构瓶颈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v38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链内 LCA 一致性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逼真链的边高置信且判对</a:t>
                      </a:r>
                    </a:p>
                  </a:txBody>
                  <a:tcPr marL="45720" marR="45720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•  还尝试了 PV 分簇（v40-42），验证后证明无效（后面详述）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B2 可微剪枝：解决"训练图 ≠ 推理图"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4754880" cy="21945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训练时：全图</a:t>
            </a:r>
          </a:p>
          <a:p>
            <a:r>
              <a:rPr sz="2000" b="1">
                <a:solidFill>
                  <a:srgbClr val="FFFFFF"/>
                </a:solidFill>
                <a:latin typeface="Microsoft YaHei"/>
              </a:rPr>
              <a:t>每条边都参与消息传递</a:t>
            </a:r>
          </a:p>
          <a:p>
            <a:r>
              <a:rPr sz="2000" b="1">
                <a:solidFill>
                  <a:srgbClr val="FFFFFF"/>
                </a:solidFill>
                <a:latin typeface="Microsoft YaHei"/>
              </a:rPr>
              <a:t>（背景边也"说话"）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554480"/>
            <a:ext cx="4754880" cy="219456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推理时：先剪枝</a:t>
            </a:r>
          </a:p>
          <a:p>
            <a:r>
              <a:rPr sz="2000" b="1">
                <a:solidFill>
                  <a:srgbClr val="FFFFFF"/>
                </a:solidFill>
                <a:latin typeface="Microsoft YaHei"/>
              </a:rPr>
              <a:t>分数低于阈值 0.9 的边</a:t>
            </a:r>
          </a:p>
          <a:p>
            <a:r>
              <a:rPr sz="2000" b="1">
                <a:solidFill>
                  <a:srgbClr val="FFFFFF"/>
                </a:solidFill>
                <a:latin typeface="Microsoft YaHei"/>
              </a:rPr>
              <a:t>被彻底删除</a:t>
            </a:r>
          </a:p>
        </p:txBody>
      </p:sp>
      <p:sp>
        <p:nvSpPr>
          <p:cNvPr id="7" name="Right Triangle 6"/>
          <p:cNvSpPr/>
          <p:nvPr/>
        </p:nvSpPr>
        <p:spPr>
          <a:xfrm>
            <a:off x="5577840" y="2468880"/>
            <a:ext cx="1005840" cy="381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1488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0392B"/>
                </a:solidFill>
                <a:latin typeface="Microsoft YaHei"/>
              </a:rPr>
              <a:t>结构不一致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模型训练时习惯了"每条边都掺一点信息"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推理时低分边被删了，模型"水土不服"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B2 的思路：训练时就把推理的剪枝"预演"一遍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B2 软剪刀：让低分边"不说话"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消息传递本来按边分数加权：低分边贡献本来就小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B2 加一道"软剪刀"：分数低于阈值(0.85)的边，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    –  把它的发言权再压到接近 0 —— 就像推理时把它删掉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但"软"的：还留一点梯度能传回来，模型才能学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只在最后一个 GN block 启用（与推理剪枝位置对齐）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10607040" cy="1280160"/>
          </a:xfrm>
          <a:prstGeom prst="rect">
            <a:avLst/>
          </a:prstGeom>
          <a:solidFill>
            <a:srgbClr val="DDE8F3"/>
          </a:solidFill>
          <a:ln>
            <a:solidFill>
              <a:srgbClr val="DD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0">
                <a:solidFill>
                  <a:srgbClr val="1F4E79"/>
                </a:solidFill>
                <a:latin typeface="Microsoft YaHei"/>
              </a:rPr>
              <a:t>一句话：训练时把"该剪的边"按推理的方式处理，让模型在稀疏图上学习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温度退火：从"钝剪刀"到"利剪刀"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4937760" cy="2011680"/>
          </a:xfrm>
          <a:prstGeom prst="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训练初期：τ 大（钝）</a:t>
            </a:r>
          </a:p>
          <a:p>
            <a:r>
              <a:rPr sz="2000" b="1">
                <a:solidFill>
                  <a:srgbClr val="FFFFFF"/>
                </a:solidFill>
                <a:latin typeface="Microsoft YaHei"/>
              </a:rPr>
              <a:t>低分边还留一点余量</a:t>
            </a:r>
          </a:p>
          <a:p>
            <a:r>
              <a:rPr sz="2000" b="1">
                <a:solidFill>
                  <a:srgbClr val="FFFFFF"/>
                </a:solidFill>
                <a:latin typeface="Microsoft YaHei"/>
              </a:rPr>
              <a:t>模型先学大方向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554480"/>
            <a:ext cx="4937760" cy="201168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训练后期：τ 小（利）</a:t>
            </a:r>
          </a:p>
          <a:p>
            <a:r>
              <a:rPr sz="2000" b="1">
                <a:solidFill>
                  <a:srgbClr val="FFFFFF"/>
                </a:solidFill>
                <a:latin typeface="Microsoft YaHei"/>
              </a:rPr>
              <a:t>几乎等于硬剪枝</a:t>
            </a:r>
          </a:p>
          <a:p>
            <a:r>
              <a:rPr sz="2000" b="1">
                <a:solidFill>
                  <a:srgbClr val="FFFFFF"/>
                </a:solidFill>
                <a:latin typeface="Microsoft YaHei"/>
              </a:rPr>
              <a:t>逼近真实推理</a:t>
            </a:r>
          </a:p>
        </p:txBody>
      </p:sp>
      <p:sp>
        <p:nvSpPr>
          <p:cNvPr id="7" name="Right Triangle 6"/>
          <p:cNvSpPr/>
          <p:nvPr/>
        </p:nvSpPr>
        <p:spPr>
          <a:xfrm>
            <a:off x="5760720" y="2377440"/>
            <a:ext cx="640080" cy="381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如果一开始就"一刀切"：被剪的边一点梯度都没有，模型学不动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所以先模糊后精确——和模拟退火一个思路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类比：先在有点吵的教室讲课，考试时是安静的教室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源检测头：让模型学会"树的形状"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Rumor Centrality（RC）= 老师：对每条真链算"拓扑根"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    –  即"链最顶端的节点"，只靠图结构，不用物理量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source_head = 学生：从节点特征猜"谁是根"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    –  这是个附加题，推理时并不考它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Microsoft YaHei"/>
              </a:rPr>
              <a:t>•  但为了答对，主干必须学会"衰变链谁在谁上面"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    –  这种层级理解，正好是 LCA 分类和链重建需要的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607040" cy="1188720"/>
          </a:xfrm>
          <a:prstGeom prst="rect">
            <a:avLst/>
          </a:prstGeom>
          <a:solidFill>
            <a:srgbClr val="DDE8F3"/>
          </a:solidFill>
          <a:ln>
            <a:solidFill>
              <a:srgbClr val="DD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100" b="0">
                <a:solidFill>
                  <a:srgbClr val="1F4E79"/>
                </a:solidFill>
                <a:latin typeface="Microsoft YaHei"/>
              </a:rPr>
              <a:t>RC 提供"根在哪"的答案，模型通过"猜根"被迫学会树的结构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专攻瓶颈：class2 与链内一致性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333333"/>
                </a:solidFill>
                <a:latin typeface="Microsoft YaHei"/>
              </a:rPr>
              <a:t>•  class2（同母边）是最大结构瓶颈：被判对只有 ~45%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Microsoft YaHei"/>
              </a:rPr>
              <a:t>    –  一半被判成 class1（母子），混淆严重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333333"/>
                </a:solidFill>
                <a:latin typeface="Microsoft YaHei"/>
              </a:rPr>
              <a:t>•  招数一：class2 专项加权（放大它的损失，点到为止）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333333"/>
                </a:solidFill>
                <a:latin typeface="Microsoft YaHei"/>
              </a:rPr>
              <a:t>•  招数二：链内 LCA 一致性（侦探拼拼图）：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Microsoft YaHei"/>
              </a:rPr>
              <a:t>    –  真链的边必须"高置信"（hinge 惩罚低置信边）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Microsoft YaHei"/>
              </a:rPr>
              <a:t>    –  还必须"判对类别"（额外 CE 监督）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一次验证失败的尝试：PV 分簇（v40-42）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•  动机：把多 B 事件按 PV 拆成单 B 子图，保留单 B 的优点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Microsoft YaHei"/>
              </a:rPr>
              <a:t>    –  分簇器做成可训练 MLP + Gumbel + 课程学习，做了很多工程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•  结果 1（训练侧切子图）：模型反而变差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Microsoft YaHei"/>
              </a:rPr>
              <a:t>    –  LCAG class1 准确率 76.8% → 56.4%，Perfect -3pp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Microsoft YaHei"/>
              </a:rPr>
              <a:t>    –  根因：测试时模型前向仍跑在全图上，子图训练白费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•  结果 2（推理侧分簇）：Perfect 28.70% vs 29.26%，无提升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•  结论：路线关闭，但教训宝贵（见下页）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经验总结：五条原则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FFFF"/>
                          </a:solidFill>
                          <a:latin typeface="Microsoft YaHei"/>
                        </a:rPr>
                        <a:t>原则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FFFF"/>
                          </a:solidFill>
                          <a:latin typeface="Microsoft YaHei"/>
                        </a:rPr>
                        <a:t>例子</a:t>
                      </a:r>
                    </a:p>
                  </a:txBody>
                  <a:tcPr marL="45720" marR="45720" marT="18288" marB="18288">
                    <a:solidFill>
                      <a:srgbClr val="1F4E7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先确认监督信号生效，再调模型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class weight 拼写 bug</a:t>
                      </a:r>
                    </a:p>
                  </a:txBody>
                  <a:tcPr marL="45720" marR="45720" marT="18288" marB="18288"/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离散决策进训练 → 连续松弛+退火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B2 软剪刀、Gumbel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对齐要看"模型实际前向的图"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子图训练伤模型</a:t>
                      </a:r>
                    </a:p>
                  </a:txBody>
                  <a:tcPr marL="45720" marR="45720" marT="18288" marB="18288"/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专项加权点到为止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class2 加权 3.0→2.0</a:t>
                      </a:r>
                    </a:p>
                  </a:txBody>
                  <a:tcPr marL="45720" marR="45720" marT="18288" marB="18288">
                    <a:solidFill>
                      <a:srgbClr val="EAF2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续训要重置调度状态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333333"/>
                          </a:solidFill>
                          <a:latin typeface="Microsoft YaHei"/>
                        </a:rPr>
                        <a:t>EarlyStopping/退火</a:t>
                      </a:r>
                    </a:p>
                  </a:txBody>
                  <a:tcPr marL="45720" marR="45720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Microsoft YaHei"/>
              </a:rPr>
              <a:t>•  最贵的教训：训练/推理对齐，不是"train/val 一致"就行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Microsoft YaHei"/>
              </a:rPr>
              <a:t>    –  要看测试时模型到底在什么图上做前向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Microsoft YaHei"/>
              </a:rPr>
              <a:t>Qingxiang Guo · UCAS   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Microsoft YaHei"/>
              </a:rPr>
              <a:t>当前状态与下一步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4937760" cy="1463040"/>
          </a:xfrm>
          <a:prstGeom prst="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当前最优：v38 全图方案</a:t>
            </a:r>
          </a:p>
          <a:p>
            <a:r>
              <a:rPr sz="2200" b="1">
                <a:solidFill>
                  <a:srgbClr val="FFFFFF"/>
                </a:solidFill>
                <a:latin typeface="Microsoft YaHei"/>
              </a:rPr>
              <a:t>Perfect 29.26%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4937760" cy="1463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下一步：专攻 class2</a:t>
            </a:r>
          </a:p>
          <a:p>
            <a:r>
              <a:rPr sz="2200" b="1">
                <a:solidFill>
                  <a:srgbClr val="FFFFFF"/>
                </a:solidFill>
                <a:latin typeface="Microsoft YaHei"/>
              </a:rPr>
              <a:t>（仍是链结构最大短板）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333333"/>
                </a:solidFill>
                <a:latin typeface="Microsoft YaHei"/>
              </a:rPr>
              <a:t>•  候选方案（按成本排序）：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Microsoft YaHei"/>
              </a:rPr>
              <a:t>    –  ① 推理侧衰变树一致性约束（零训练成本，先试）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Microsoft YaHei"/>
              </a:rPr>
              <a:t>    –  ② 训练侧 class0 负采样 + focal loss（解决稀有性）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Microsoft YaHei"/>
              </a:rPr>
              <a:t>    –  ③ 物理特征增强：同母对的不变质量（天花板最高）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394960"/>
            <a:ext cx="10607040" cy="1097280"/>
          </a:xfrm>
          <a:prstGeom prst="rect">
            <a:avLst/>
          </a:prstGeom>
          <a:solidFill>
            <a:srgbClr val="DDE8F3"/>
          </a:solidFill>
          <a:ln>
            <a:solidFill>
              <a:srgbClr val="DD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0">
                <a:solidFill>
                  <a:srgbClr val="1F4E79"/>
                </a:solidFill>
                <a:latin typeface="Microsoft YaHei"/>
              </a:rPr>
              <a:t>汇报完，感谢！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